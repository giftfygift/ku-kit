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"/>
  </p:notes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</p:sldIdLst>
  <p:sldSz cx="12192000" cy="6858000"/>
  <p:notesSz cx="6858000" cy="9144000"/>
  <p:embeddedFontLst>
    <p:embeddedFont>
      <p:font typeface="Kanit" pitchFamily="2" charset="-34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  <p:embeddedFont>
      <p:font typeface="Montserrat Light" panose="00000400000000000000" pitchFamily="2" charset="0"/>
      <p:regular r:id="rId16"/>
      <p:italic r:id="rId17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94660"/>
  </p:normalViewPr>
  <p:slideViewPr>
    <p:cSldViewPr snapToGrid="0">
      <p:cViewPr varScale="1">
        <p:scale>
          <a:sx n="71" d="100"/>
          <a:sy n="71" d="100"/>
        </p:scale>
        <p:origin x="3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943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2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817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5196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53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18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155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6" y="1933741"/>
            <a:ext cx="7498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How to maintenance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Power tiller 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A127-DBC4-430B-80A6-0DBFDCFDF1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3471101" y="2532217"/>
            <a:ext cx="3124553" cy="810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39" y="330364"/>
            <a:ext cx="13037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How to maintenance Power tiller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495847" y="165208"/>
            <a:ext cx="3124553" cy="8108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D9497CA-F725-44EF-ABC3-4D3773F65082}"/>
              </a:ext>
            </a:extLst>
          </p:cNvPr>
          <p:cNvSpPr txBox="1"/>
          <p:nvPr/>
        </p:nvSpPr>
        <p:spPr>
          <a:xfrm>
            <a:off x="4784458" y="1605464"/>
            <a:ext cx="5835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000" b="1" dirty="0">
                <a:ln w="12700" cmpd="sng">
                  <a:noFill/>
                  <a:prstDash val="solid"/>
                </a:ln>
                <a:solidFill>
                  <a:srgbClr val="0070C0"/>
                </a:solidFill>
                <a:latin typeface="Kanit" pitchFamily="2" charset="-34"/>
                <a:ea typeface="Roboto Light"/>
                <a:cs typeface="Kanit" pitchFamily="2" charset="-34"/>
              </a:rPr>
              <a:t>5 key points </a:t>
            </a:r>
            <a:endParaRPr lang="th-TH" sz="6000" b="1" dirty="0">
              <a:ln w="12700" cmpd="sng">
                <a:noFill/>
                <a:prstDash val="solid"/>
              </a:ln>
              <a:solidFill>
                <a:srgbClr val="0070C0"/>
              </a:solidFill>
              <a:latin typeface="Kanit" pitchFamily="2" charset="-34"/>
              <a:ea typeface="Roboto Light"/>
              <a:cs typeface="Kanit" pitchFamily="2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5F4CA-E63F-4BF3-93ED-171CAF549A38}"/>
              </a:ext>
            </a:extLst>
          </p:cNvPr>
          <p:cNvSpPr txBox="1"/>
          <p:nvPr/>
        </p:nvSpPr>
        <p:spPr>
          <a:xfrm>
            <a:off x="4749986" y="2673828"/>
            <a:ext cx="7278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How to check the transmission oil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F613A2-A1BA-47F3-B68A-B4DADD392DBB}"/>
              </a:ext>
            </a:extLst>
          </p:cNvPr>
          <p:cNvSpPr txBox="1"/>
          <p:nvPr/>
        </p:nvSpPr>
        <p:spPr>
          <a:xfrm>
            <a:off x="4706444" y="3241503"/>
            <a:ext cx="5997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djusting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the steering lever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737DA0-2775-461C-9CC7-9D5D5D2509DF}"/>
              </a:ext>
            </a:extLst>
          </p:cNvPr>
          <p:cNvSpPr txBox="1"/>
          <p:nvPr/>
        </p:nvSpPr>
        <p:spPr>
          <a:xfrm>
            <a:off x="4706444" y="3883293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djusting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the clutch free play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5B03A-4FB6-4794-A60D-89E5781BC5F9}"/>
              </a:ext>
            </a:extLst>
          </p:cNvPr>
          <p:cNvSpPr txBox="1"/>
          <p:nvPr/>
        </p:nvSpPr>
        <p:spPr>
          <a:xfrm>
            <a:off x="4706444" y="4505536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Adjusting the brake free play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B2D6B1-68F4-406C-9BBB-565F08C3A9F9}"/>
              </a:ext>
            </a:extLst>
          </p:cNvPr>
          <p:cNvSpPr txBox="1"/>
          <p:nvPr/>
        </p:nvSpPr>
        <p:spPr>
          <a:xfrm>
            <a:off x="4706444" y="5160515"/>
            <a:ext cx="7011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5)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Adjusting the belt tension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35" name="Picture 3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6D1D41EE-004E-4B37-BB2F-BC38E70EB4A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6" y="2577055"/>
            <a:ext cx="4565187" cy="316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2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991173" y="179214"/>
            <a:ext cx="3124553" cy="8108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CC60A5-30F9-4FB7-899E-0D57DC2DC452}"/>
              </a:ext>
            </a:extLst>
          </p:cNvPr>
          <p:cNvSpPr txBox="1"/>
          <p:nvPr/>
        </p:nvSpPr>
        <p:spPr>
          <a:xfrm>
            <a:off x="425202" y="2030447"/>
            <a:ext cx="76137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For the new TRA CHANG power tiller, change  the </a:t>
            </a:r>
            <a:br>
              <a:rPr lang="en-US" sz="2400" dirty="0">
                <a:latin typeface="Kanit" pitchFamily="2" charset="-34"/>
                <a:cs typeface="Kanit" pitchFamily="2" charset="-34"/>
              </a:rPr>
            </a:br>
            <a:r>
              <a:rPr lang="en-US" sz="2400" dirty="0">
                <a:latin typeface="Kanit" pitchFamily="2" charset="-34"/>
                <a:cs typeface="Kanit" pitchFamily="2" charset="-34"/>
              </a:rPr>
              <a:t>transmission oil after used for 50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After that change the gear oil every 500 hours.</a:t>
            </a:r>
            <a:endParaRPr lang="th-TH" sz="24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7B692B-FBFA-49E4-9B66-5A63042C0F3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1055" y="1080473"/>
            <a:ext cx="2364557" cy="28140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12902" y="4181805"/>
            <a:ext cx="71081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Use TRA CHANG gear oil (SAE90 API GL-4)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The level of gear oil should in the middle of level indicator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Close the lid tightly to prevent dust or water from getting inside.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25202" y="3627224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Process 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BF65E2-01A7-4D83-9CF4-859EAB19DD79}"/>
              </a:ext>
            </a:extLst>
          </p:cNvPr>
          <p:cNvSpPr txBox="1"/>
          <p:nvPr/>
        </p:nvSpPr>
        <p:spPr>
          <a:xfrm>
            <a:off x="425025" y="1564303"/>
            <a:ext cx="4413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Period 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28D242-A23A-481B-8600-01FCD57D67E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01"/>
          <a:stretch/>
        </p:blipFill>
        <p:spPr>
          <a:xfrm>
            <a:off x="8299996" y="3877712"/>
            <a:ext cx="3331973" cy="22421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9945CCB-C68C-400C-A086-D9ECEA9CE112}"/>
              </a:ext>
            </a:extLst>
          </p:cNvPr>
          <p:cNvSpPr txBox="1"/>
          <p:nvPr/>
        </p:nvSpPr>
        <p:spPr>
          <a:xfrm>
            <a:off x="8299996" y="6168510"/>
            <a:ext cx="3331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Kanit" pitchFamily="2" charset="-34"/>
                <a:cs typeface="Kanit" pitchFamily="2" charset="-34"/>
              </a:rPr>
              <a:t>Transmission oil level</a:t>
            </a:r>
            <a:endParaRPr lang="th-TH" sz="20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38E1BF-2B84-4D34-AFC4-A8AAD730B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809" y="1369737"/>
            <a:ext cx="2191292" cy="14493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2A34FB6-929D-4F59-833A-225DB2D05154}"/>
              </a:ext>
            </a:extLst>
          </p:cNvPr>
          <p:cNvSpPr txBox="1"/>
          <p:nvPr/>
        </p:nvSpPr>
        <p:spPr>
          <a:xfrm>
            <a:off x="8977531" y="2948266"/>
            <a:ext cx="3331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Kanit" pitchFamily="2" charset="-34"/>
                <a:cs typeface="Kanit" pitchFamily="2" charset="-34"/>
              </a:rPr>
              <a:t>Transmission oil plug</a:t>
            </a:r>
            <a:endParaRPr lang="th-TH" sz="2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A7DFD-B76D-4D2B-812A-E5850260FEB2}"/>
              </a:ext>
            </a:extLst>
          </p:cNvPr>
          <p:cNvSpPr txBox="1"/>
          <p:nvPr/>
        </p:nvSpPr>
        <p:spPr>
          <a:xfrm>
            <a:off x="312902" y="352041"/>
            <a:ext cx="7278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How to check the transmission oil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1974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2) A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djusting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the steering lever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40" y="2780839"/>
            <a:ext cx="7859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Steering lever free play = 1-2 mm.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Loosen the nut No.12 and No.14 then rotate the adjuster and check the steering lever free play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Lubricate the left-right steering lever.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42940" y="2226258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Process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393EA-2CB5-4020-9F8B-FC22F09D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785" y="1445451"/>
            <a:ext cx="4156275" cy="27577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F9A260-DE54-42CD-9425-F24CB47D15F8}"/>
              </a:ext>
            </a:extLst>
          </p:cNvPr>
          <p:cNvSpPr txBox="1"/>
          <p:nvPr/>
        </p:nvSpPr>
        <p:spPr>
          <a:xfrm>
            <a:off x="7610523" y="4488998"/>
            <a:ext cx="44508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Nuts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(2) 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Adjustor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A) Free play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= 1-2 mm.</a:t>
            </a:r>
          </a:p>
          <a:p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C008B-A2EA-4463-BBA2-6593BB61AFB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096000" y="159892"/>
            <a:ext cx="3124553" cy="81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3) A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djusting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the clutch free play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448248" y="217314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39" y="2780839"/>
            <a:ext cx="60411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Main clutch lever free play = 15-20 mm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Loosen the clutch cable lock nut and turn the main clutch cable adjustor.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Then recheck the clutch free play"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41661D-7605-47D2-B28B-6E8FE78D3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4" y="1454685"/>
            <a:ext cx="4762127" cy="31648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2787A5-CEA4-4FA8-9521-25D909D5A1D8}"/>
              </a:ext>
            </a:extLst>
          </p:cNvPr>
          <p:cNvSpPr txBox="1"/>
          <p:nvPr/>
        </p:nvSpPr>
        <p:spPr>
          <a:xfrm>
            <a:off x="6865257" y="4987816"/>
            <a:ext cx="4484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Clutch lever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A) Free play = 15-20 mm 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1AE78-347A-42EC-B398-CDA33597F856}"/>
              </a:ext>
            </a:extLst>
          </p:cNvPr>
          <p:cNvSpPr txBox="1"/>
          <p:nvPr/>
        </p:nvSpPr>
        <p:spPr>
          <a:xfrm>
            <a:off x="349690" y="2257619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Process 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913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Adjusting the brake free play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379750" y="174653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45953" y="2031528"/>
            <a:ext cx="67178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he brake free play at clutch lever = 5-9 mm.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he brake free play = 3-5 mm.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Pull the main clutch lever to the “DISENGAGED” position.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 the brake free play by adjusting the brake adjustment lock nut as required and tighten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9F3AF-E8A9-46F3-AC66-2AE7F6333035}"/>
              </a:ext>
            </a:extLst>
          </p:cNvPr>
          <p:cNvSpPr txBox="1"/>
          <p:nvPr/>
        </p:nvSpPr>
        <p:spPr>
          <a:xfrm>
            <a:off x="442940" y="4897835"/>
            <a:ext cx="6857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Always lubricate the brake cable to extend the lifetime</a:t>
            </a:r>
          </a:p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Turn the rubber cap to close the hole after lubricate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98A06-A965-4050-9306-2B8CCC6C9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1175198"/>
            <a:ext cx="3850174" cy="2530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0E74A-9E53-4248-BBC0-CA223667B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4351989"/>
            <a:ext cx="3850174" cy="19363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05271C-5746-4268-A813-01579E896A6C}"/>
              </a:ext>
            </a:extLst>
          </p:cNvPr>
          <p:cNvSpPr txBox="1"/>
          <p:nvPr/>
        </p:nvSpPr>
        <p:spPr>
          <a:xfrm>
            <a:off x="8334550" y="3724708"/>
            <a:ext cx="2486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Nut to lock </a:t>
            </a:r>
            <a:endParaRPr lang="th-TH" sz="18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(2)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Nut to adjusting</a:t>
            </a:r>
            <a:endParaRPr lang="th-TH" sz="18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F863B-2ABC-41A3-8D08-42CAA5AEBD45}"/>
              </a:ext>
            </a:extLst>
          </p:cNvPr>
          <p:cNvSpPr txBox="1"/>
          <p:nvPr/>
        </p:nvSpPr>
        <p:spPr>
          <a:xfrm>
            <a:off x="7686675" y="6359229"/>
            <a:ext cx="385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(A) Free play </a:t>
            </a: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3-5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mm</a:t>
            </a:r>
            <a:endParaRPr lang="th-TH" sz="18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37776-D65A-45F2-8074-3E0CC6783CDF}"/>
              </a:ext>
            </a:extLst>
          </p:cNvPr>
          <p:cNvSpPr txBox="1"/>
          <p:nvPr/>
        </p:nvSpPr>
        <p:spPr>
          <a:xfrm>
            <a:off x="442940" y="1520173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Process 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6795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Adjusting the belt tension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5365296" y="104266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39" y="2037889"/>
            <a:ext cx="1618661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ADJUSTING THE BELT TENSION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Belt tension 30-40 mm.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T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ighten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the belt tension adjusting wing bolt to lift up the pulley until the belt is stretched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If the belt is cracked or torn, replace it immediately.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05271C-5746-4268-A813-01579E896A6C}"/>
              </a:ext>
            </a:extLst>
          </p:cNvPr>
          <p:cNvSpPr txBox="1"/>
          <p:nvPr/>
        </p:nvSpPr>
        <p:spPr>
          <a:xfrm>
            <a:off x="3951950" y="4254216"/>
            <a:ext cx="3325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(1)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Engine pulley</a:t>
            </a:r>
            <a:b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</a:b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A) Belt tension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   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30-40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mm.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AED17-F586-4B00-8B88-613ECA951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93" y="3619783"/>
            <a:ext cx="3325007" cy="21921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E6C10-40FF-4E53-9DC3-E73B52D3A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883" y="3619783"/>
            <a:ext cx="3288296" cy="21921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596C41-C3A1-4282-BA33-1A69CF5B3B92}"/>
              </a:ext>
            </a:extLst>
          </p:cNvPr>
          <p:cNvSpPr txBox="1"/>
          <p:nvPr/>
        </p:nvSpPr>
        <p:spPr>
          <a:xfrm>
            <a:off x="9922040" y="4254216"/>
            <a:ext cx="2269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Belt tension </a:t>
            </a:r>
          </a:p>
          <a:p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   adjustor</a:t>
            </a:r>
            <a:endParaRPr lang="th-TH" sz="18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FA0A2-0F1C-4BE4-8DA1-A4B81F59C7D0}"/>
              </a:ext>
            </a:extLst>
          </p:cNvPr>
          <p:cNvSpPr txBox="1"/>
          <p:nvPr/>
        </p:nvSpPr>
        <p:spPr>
          <a:xfrm>
            <a:off x="442940" y="1520173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Process 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42224920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403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Montserrat ExtraBold</vt:lpstr>
      <vt:lpstr>Kanit</vt:lpstr>
      <vt:lpstr>Montserrat Light</vt:lpstr>
      <vt:lpstr>Calibri</vt:lpstr>
      <vt:lpstr>Arial</vt:lpstr>
      <vt:lpstr>Juliet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71</cp:revision>
  <dcterms:created xsi:type="dcterms:W3CDTF">2022-02-15T03:21:56Z</dcterms:created>
  <dcterms:modified xsi:type="dcterms:W3CDTF">2026-08-13T07:15:08Z</dcterms:modified>
</cp:coreProperties>
</file>