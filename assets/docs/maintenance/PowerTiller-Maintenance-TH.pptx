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9"/>
  </p:notesMasterIdLst>
  <p:sldIdLst>
    <p:sldId id="296" r:id="rId2"/>
    <p:sldId id="297" r:id="rId3"/>
    <p:sldId id="298" r:id="rId4"/>
    <p:sldId id="299" r:id="rId5"/>
    <p:sldId id="300" r:id="rId6"/>
    <p:sldId id="301" r:id="rId7"/>
    <p:sldId id="302" r:id="rId8"/>
  </p:sldIdLst>
  <p:sldSz cx="12192000" cy="6858000"/>
  <p:notesSz cx="6858000" cy="9144000"/>
  <p:embeddedFontLst>
    <p:embeddedFont>
      <p:font typeface="Kanit" pitchFamily="2" charset="-34"/>
      <p:regular r:id="rId10"/>
      <p:bold r:id="rId11"/>
      <p:italic r:id="rId12"/>
      <p:boldItalic r:id="rId13"/>
    </p:embeddedFont>
    <p:embeddedFont>
      <p:font typeface="Montserrat ExtraBold" panose="00000900000000000000" pitchFamily="2" charset="0"/>
      <p:bold r:id="rId14"/>
      <p:boldItalic r:id="rId15"/>
    </p:embeddedFont>
    <p:embeddedFont>
      <p:font typeface="Montserrat Light" panose="00000400000000000000" pitchFamily="2" charset="0"/>
      <p:regular r:id="rId16"/>
      <p:italic r:id="rId17"/>
    </p:embeddedFont>
  </p:embeddedFontLst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09" autoAdjust="0"/>
    <p:restoredTop sz="94660"/>
  </p:normalViewPr>
  <p:slideViewPr>
    <p:cSldViewPr snapToGrid="0">
      <p:cViewPr varScale="1">
        <p:scale>
          <a:sx n="62" d="100"/>
          <a:sy n="6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941A6-C192-48FC-8212-4338DEE8A003}" type="datetimeFigureOut">
              <a:rPr lang="th-TH" smtClean="0"/>
              <a:t>13/08/69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C4A2A-9876-4D84-95C2-038AD347E47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8051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0943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28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9817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5196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053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4186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8155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4"/>
            <a:ext cx="12192000" cy="6858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069400" y="1630935"/>
            <a:ext cx="6053200" cy="35960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561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932000" y="1215600"/>
            <a:ext cx="2694400" cy="4436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5125767" y="1073767"/>
            <a:ext cx="3000400" cy="4720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marL="609579" lvl="0" indent="-457183">
              <a:spcBef>
                <a:spcPts val="800"/>
              </a:spcBef>
              <a:spcAft>
                <a:spcPts val="0"/>
              </a:spcAft>
              <a:buSzPts val="1800"/>
              <a:buChar char="◦"/>
              <a:defRPr sz="2400"/>
            </a:lvl1pPr>
            <a:lvl2pPr marL="1219158" lvl="1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2pPr>
            <a:lvl3pPr marL="1828737" lvl="2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3pPr>
            <a:lvl4pPr marL="2438315" lvl="3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4pPr>
            <a:lvl5pPr marL="3047894" lvl="4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5pPr>
            <a:lvl6pPr marL="3657473" lvl="5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6pPr>
            <a:lvl7pPr marL="4267051" lvl="6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7pPr>
            <a:lvl8pPr marL="4876629" lvl="7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8pPr>
            <a:lvl9pPr marL="5486208" lvl="8" indent="-457183">
              <a:spcBef>
                <a:spcPts val="1333"/>
              </a:spcBef>
              <a:spcAft>
                <a:spcPts val="1333"/>
              </a:spcAft>
              <a:buSzPts val="1800"/>
              <a:buChar char="◦"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8582165" y="1073767"/>
            <a:ext cx="3000400" cy="4720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marL="609579" lvl="0" indent="-457183">
              <a:spcBef>
                <a:spcPts val="800"/>
              </a:spcBef>
              <a:spcAft>
                <a:spcPts val="0"/>
              </a:spcAft>
              <a:buSzPts val="1800"/>
              <a:buChar char="◦"/>
              <a:defRPr sz="2400"/>
            </a:lvl1pPr>
            <a:lvl2pPr marL="1219158" lvl="1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2pPr>
            <a:lvl3pPr marL="1828737" lvl="2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3pPr>
            <a:lvl4pPr marL="2438315" lvl="3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4pPr>
            <a:lvl5pPr marL="3047894" lvl="4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5pPr>
            <a:lvl6pPr marL="3657473" lvl="5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6pPr>
            <a:lvl7pPr marL="4267051" lvl="6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7pPr>
            <a:lvl8pPr marL="4876629" lvl="7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8pPr>
            <a:lvl9pPr marL="5486208" lvl="8" indent="-457183">
              <a:spcBef>
                <a:spcPts val="1333"/>
              </a:spcBef>
              <a:spcAft>
                <a:spcPts val="1333"/>
              </a:spcAft>
              <a:buSzPts val="1800"/>
              <a:buChar char="◦"/>
              <a:defRPr sz="2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10387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78D8"/>
            </a:gs>
            <a:gs pos="100000">
              <a:srgbClr val="00FFFF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32000" y="1215600"/>
            <a:ext cx="2694400" cy="4436800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0" tIns="0" rIns="0" bIns="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25767" y="1073768"/>
            <a:ext cx="6456800" cy="4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L="457200" lvl="0" indent="-3683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683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772864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AAE93A-A663-464F-B716-9C4EAF50FF3A}"/>
              </a:ext>
            </a:extLst>
          </p:cNvPr>
          <p:cNvSpPr txBox="1"/>
          <p:nvPr/>
        </p:nvSpPr>
        <p:spPr>
          <a:xfrm>
            <a:off x="519326" y="1933741"/>
            <a:ext cx="7498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4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การบำรุงรักษา</a:t>
            </a:r>
            <a:r>
              <a:rPr kumimoji="0" lang="th-TH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รถไถเดินตาม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8A127-DBC4-430B-80A6-0DBFDCFDF10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6504586" y="1882247"/>
            <a:ext cx="3124553" cy="8108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D9E60C-F754-44C6-9EA2-18ECF6D7D06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031" y="3429000"/>
            <a:ext cx="3762216" cy="2786826"/>
          </a:xfrm>
          <a:prstGeom prst="rect">
            <a:avLst/>
          </a:prstGeom>
        </p:spPr>
      </p:pic>
      <p:pic>
        <p:nvPicPr>
          <p:cNvPr id="5" name="Picture 4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A434E8CE-A122-4A24-A6EE-C04CCE1CAA9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801" y="3775082"/>
            <a:ext cx="4015605" cy="278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5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290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การบำรุงรักษารถไถเดินตาม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050949-92D2-4468-BEC4-7667229C9B1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5029023" y="179214"/>
            <a:ext cx="3124553" cy="81087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D9497CA-F725-44EF-ABC3-4D3773F65082}"/>
              </a:ext>
            </a:extLst>
          </p:cNvPr>
          <p:cNvSpPr txBox="1"/>
          <p:nvPr/>
        </p:nvSpPr>
        <p:spPr>
          <a:xfrm>
            <a:off x="5427782" y="1558243"/>
            <a:ext cx="41926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6000" b="1" dirty="0">
                <a:ln w="12700" cmpd="sng">
                  <a:noFill/>
                  <a:prstDash val="solid"/>
                </a:ln>
                <a:solidFill>
                  <a:srgbClr val="0070C0"/>
                </a:solidFill>
                <a:latin typeface="Kanit" pitchFamily="2" charset="-34"/>
                <a:ea typeface="Roboto Light"/>
                <a:cs typeface="Kanit" pitchFamily="2" charset="-34"/>
              </a:rPr>
              <a:t>5 </a:t>
            </a:r>
            <a:r>
              <a:rPr lang="th-TH" sz="6000" b="1" dirty="0">
                <a:ln w="12700" cmpd="sng">
                  <a:noFill/>
                  <a:prstDash val="solid"/>
                </a:ln>
                <a:solidFill>
                  <a:srgbClr val="0070C0"/>
                </a:solidFill>
                <a:latin typeface="Kanit" pitchFamily="2" charset="-34"/>
                <a:ea typeface="Roboto Light"/>
                <a:cs typeface="Kanit" pitchFamily="2" charset="-34"/>
              </a:rPr>
              <a:t>จุดสำคัญ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E5F4CA-E63F-4BF3-93ED-171CAF549A38}"/>
              </a:ext>
            </a:extLst>
          </p:cNvPr>
          <p:cNvSpPr txBox="1"/>
          <p:nvPr/>
        </p:nvSpPr>
        <p:spPr>
          <a:xfrm>
            <a:off x="5465882" y="2626607"/>
            <a:ext cx="5361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1)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ระบบหล่อลื่น (น้ำมันเกียร์)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F613A2-A1BA-47F3-B68A-B4DADD392DBB}"/>
              </a:ext>
            </a:extLst>
          </p:cNvPr>
          <p:cNvSpPr txBox="1"/>
          <p:nvPr/>
        </p:nvSpPr>
        <p:spPr>
          <a:xfrm>
            <a:off x="5389682" y="3408637"/>
            <a:ext cx="7278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2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วิธีปรับตั้งและบำรุงรักษาก้านบีบเลี้ยว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737DA0-2775-461C-9CC7-9D5D5D2509DF}"/>
              </a:ext>
            </a:extLst>
          </p:cNvPr>
          <p:cNvSpPr txBox="1"/>
          <p:nvPr/>
        </p:nvSpPr>
        <p:spPr>
          <a:xfrm>
            <a:off x="5408732" y="4190667"/>
            <a:ext cx="6568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3)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ปรับตั้งระยะฟรีคลัตช์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65B03A-4FB6-4794-A60D-89E5781BC5F9}"/>
              </a:ext>
            </a:extLst>
          </p:cNvPr>
          <p:cNvSpPr txBox="1"/>
          <p:nvPr/>
        </p:nvSpPr>
        <p:spPr>
          <a:xfrm>
            <a:off x="5408732" y="4972697"/>
            <a:ext cx="6568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4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ปรับตั้งระยะฟรีเบรก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B2D6B1-68F4-406C-9BBB-565F08C3A9F9}"/>
              </a:ext>
            </a:extLst>
          </p:cNvPr>
          <p:cNvSpPr txBox="1"/>
          <p:nvPr/>
        </p:nvSpPr>
        <p:spPr>
          <a:xfrm>
            <a:off x="5427783" y="5690995"/>
            <a:ext cx="7011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5)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ปรับตั้งสายพานขับ</a:t>
            </a:r>
          </a:p>
        </p:txBody>
      </p:sp>
      <p:pic>
        <p:nvPicPr>
          <p:cNvPr id="35" name="Picture 34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6D1D41EE-004E-4B37-BB2F-BC38E70EB4A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6" y="2577055"/>
            <a:ext cx="5167477" cy="358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729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290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ระบบหล่อลื่น (น้ำมันเกียร์) รถไถเดินตาม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050949-92D2-4468-BEC4-7667229C9B1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6991173" y="179214"/>
            <a:ext cx="3124553" cy="8108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CC60A5-30F9-4FB7-899E-0D57DC2DC452}"/>
              </a:ext>
            </a:extLst>
          </p:cNvPr>
          <p:cNvSpPr txBox="1"/>
          <p:nvPr/>
        </p:nvSpPr>
        <p:spPr>
          <a:xfrm>
            <a:off x="425379" y="2455571"/>
            <a:ext cx="76137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Kanit" pitchFamily="2" charset="-34"/>
                <a:cs typeface="Kanit" pitchFamily="2" charset="-34"/>
              </a:rPr>
              <a:t>• สำหรับรถใหม่ ให้เปลี่ยนถ่ายหลังการใช้งาน 50 ชม.แรก</a:t>
            </a:r>
          </a:p>
          <a:p>
            <a:r>
              <a:rPr lang="th-TH" sz="2400" dirty="0">
                <a:latin typeface="Kanit" pitchFamily="2" charset="-34"/>
                <a:cs typeface="Kanit" pitchFamily="2" charset="-34"/>
              </a:rPr>
              <a:t>   ครั้งต่อไปให้เปลี่ยนทุกๆ 500 ชั่วโมง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7B692B-FBFA-49E4-9B66-5A63042C0F3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DFE"/>
              </a:clrFrom>
              <a:clrTo>
                <a:srgbClr val="FFFD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21055" y="1080473"/>
            <a:ext cx="2364557" cy="28140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D145B7-33CA-475C-8FBF-B2EF0232F0C5}"/>
              </a:ext>
            </a:extLst>
          </p:cNvPr>
          <p:cNvSpPr txBox="1"/>
          <p:nvPr/>
        </p:nvSpPr>
        <p:spPr>
          <a:xfrm>
            <a:off x="312902" y="4181805"/>
            <a:ext cx="86568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latin typeface="Kanit" pitchFamily="2" charset="-34"/>
                <a:cs typeface="Kanit" pitchFamily="2" charset="-34"/>
              </a:rPr>
              <a:t>• ใช้น้ำมันเกียร์ตราช้าง เกรด </a:t>
            </a:r>
            <a:r>
              <a:rPr lang="en-US" sz="2400" dirty="0">
                <a:latin typeface="Kanit" pitchFamily="2" charset="-34"/>
                <a:cs typeface="Kanit" pitchFamily="2" charset="-34"/>
              </a:rPr>
              <a:t>SAE 90 API GL-4</a:t>
            </a:r>
          </a:p>
          <a:p>
            <a:r>
              <a:rPr lang="th-TH" sz="2400" dirty="0">
                <a:latin typeface="Kanit" pitchFamily="2" charset="-34"/>
                <a:cs typeface="Kanit" pitchFamily="2" charset="-34"/>
              </a:rPr>
              <a:t>• ตรวจเช็กระดับนํ้ามันเกียร์ที่ช่องดูระดับนํ้ามันเกียร์</a:t>
            </a:r>
            <a:endParaRPr lang="en-US" sz="2400" dirty="0">
              <a:latin typeface="Kanit" pitchFamily="2" charset="-34"/>
              <a:cs typeface="Kanit" pitchFamily="2" charset="-34"/>
            </a:endParaRPr>
          </a:p>
          <a:p>
            <a:r>
              <a:rPr lang="en-US" sz="2400" dirty="0">
                <a:latin typeface="Kanit" pitchFamily="2" charset="-34"/>
                <a:cs typeface="Kanit" pitchFamily="2" charset="-34"/>
              </a:rPr>
              <a:t>•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ระดับน้ำมันเกียร์ต้องอยู่ระหว่างกึ่งกลางของช่องบอกระดับ</a:t>
            </a:r>
          </a:p>
          <a:p>
            <a:r>
              <a:rPr lang="th-TH" sz="2400" dirty="0">
                <a:latin typeface="Kanit" pitchFamily="2" charset="-34"/>
                <a:cs typeface="Kanit" pitchFamily="2" charset="-34"/>
              </a:rPr>
              <a:t>• ปิดฝาให้แน่นป้องกันฝุ่นหรือน้ำเข้าไปข้างใน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6647E9-D12A-4F26-B109-F7074E63914F}"/>
              </a:ext>
            </a:extLst>
          </p:cNvPr>
          <p:cNvSpPr txBox="1"/>
          <p:nvPr/>
        </p:nvSpPr>
        <p:spPr>
          <a:xfrm>
            <a:off x="425202" y="3627224"/>
            <a:ext cx="3528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ขั้นตอนการตรวจเช็ก </a:t>
            </a:r>
            <a:r>
              <a:rPr lang="en-US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:</a:t>
            </a:r>
            <a:endParaRPr lang="th-TH" b="1" dirty="0">
              <a:solidFill>
                <a:srgbClr val="0070C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BF65E2-01A7-4D83-9CF4-859EAB19DD79}"/>
              </a:ext>
            </a:extLst>
          </p:cNvPr>
          <p:cNvSpPr txBox="1"/>
          <p:nvPr/>
        </p:nvSpPr>
        <p:spPr>
          <a:xfrm>
            <a:off x="425202" y="1989427"/>
            <a:ext cx="44134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ระยะเวลาในการเปลี่ยนถ่าย </a:t>
            </a:r>
            <a:r>
              <a:rPr lang="en-US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:</a:t>
            </a:r>
            <a:endParaRPr lang="th-TH" b="1" dirty="0">
              <a:solidFill>
                <a:srgbClr val="0070C0"/>
              </a:solidFill>
              <a:latin typeface="Kanit" pitchFamily="2" charset="-34"/>
              <a:cs typeface="Kanit" pitchFamily="2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28D242-A23A-481B-8600-01FCD57D67E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501"/>
          <a:stretch/>
        </p:blipFill>
        <p:spPr>
          <a:xfrm>
            <a:off x="8299996" y="3877712"/>
            <a:ext cx="3331973" cy="224214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9945CCB-C68C-400C-A086-D9ECEA9CE112}"/>
              </a:ext>
            </a:extLst>
          </p:cNvPr>
          <p:cNvSpPr txBox="1"/>
          <p:nvPr/>
        </p:nvSpPr>
        <p:spPr>
          <a:xfrm>
            <a:off x="8299996" y="6168510"/>
            <a:ext cx="33319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000" dirty="0">
                <a:latin typeface="Kanit" pitchFamily="2" charset="-34"/>
                <a:cs typeface="Kanit" pitchFamily="2" charset="-34"/>
              </a:rPr>
              <a:t>ช่องดูระดับนํ้ามันเกียร์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38E1BF-2B84-4D34-AFC4-A8AAD730BD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809" y="1369737"/>
            <a:ext cx="2191292" cy="144930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2A34FB6-929D-4F59-833A-225DB2D05154}"/>
              </a:ext>
            </a:extLst>
          </p:cNvPr>
          <p:cNvSpPr txBox="1"/>
          <p:nvPr/>
        </p:nvSpPr>
        <p:spPr>
          <a:xfrm>
            <a:off x="8977531" y="2948266"/>
            <a:ext cx="33319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000" dirty="0">
                <a:latin typeface="Kanit" pitchFamily="2" charset="-34"/>
                <a:cs typeface="Kanit" pitchFamily="2" charset="-34"/>
              </a:rPr>
              <a:t>ปลั๊กถ่ายนํ้ามันเกียร์</a:t>
            </a:r>
          </a:p>
        </p:txBody>
      </p:sp>
    </p:spTree>
    <p:extLst>
      <p:ext uri="{BB962C8B-B14F-4D97-AF65-F5344CB8AC3E}">
        <p14:creationId xmlns:p14="http://schemas.microsoft.com/office/powerpoint/2010/main" val="271974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290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วิธีปรับตั้งและบำรุงรักษาก้านบีบเลี้ยวรถไถเดินตาม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050949-92D2-4468-BEC4-7667229C9B1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8817386" y="186933"/>
            <a:ext cx="3124553" cy="8108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D145B7-33CA-475C-8FBF-B2EF0232F0C5}"/>
              </a:ext>
            </a:extLst>
          </p:cNvPr>
          <p:cNvSpPr txBox="1"/>
          <p:nvPr/>
        </p:nvSpPr>
        <p:spPr>
          <a:xfrm>
            <a:off x="330640" y="2780839"/>
            <a:ext cx="78595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ระยะฟรีของบีบเลี้ยว ซ้าย-ขวา ประมาณ 1-2 มม.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ปรับตั้งโดยคลายน๊อตเบอร์ 12 และ 14 </a:t>
            </a:r>
            <a:b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</a:b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 ปรับระยะฟรีที่เหมาะสม แล้วล๊อกน๊อตให้แน่น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หยอดน้ำมันหล่อลื่นสายอย่างสม่ำเสมอ </a:t>
            </a:r>
            <a:b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</a:b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 เพื่อยืดอายุการใช้งานของสายบีบเลี้ยว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หลังหยอดน้ำมันหล่อลื่นเสร็จให้หมุนลูกยางปิดรูไว้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6647E9-D12A-4F26-B109-F7074E63914F}"/>
              </a:ext>
            </a:extLst>
          </p:cNvPr>
          <p:cNvSpPr txBox="1"/>
          <p:nvPr/>
        </p:nvSpPr>
        <p:spPr>
          <a:xfrm>
            <a:off x="442940" y="2226258"/>
            <a:ext cx="3528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ขั้นตอนการตรวจเช็ก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:</a:t>
            </a:r>
            <a:endParaRPr kumimoji="0" lang="th-TH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393EA-2CB5-4020-9F8B-FC22F09DD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2785" y="1445451"/>
            <a:ext cx="4156275" cy="27577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AF9A260-DE54-42CD-9425-F24CB47D15F8}"/>
              </a:ext>
            </a:extLst>
          </p:cNvPr>
          <p:cNvSpPr txBox="1"/>
          <p:nvPr/>
        </p:nvSpPr>
        <p:spPr>
          <a:xfrm>
            <a:off x="7610523" y="4488998"/>
            <a:ext cx="33395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(1) น็อตล็อก</a:t>
            </a:r>
          </a:p>
          <a:p>
            <a:r>
              <a:rPr lang="th-TH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(2) ตัวปรับตั้ง</a:t>
            </a:r>
          </a:p>
          <a:p>
            <a:r>
              <a:rPr lang="th-TH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A) </a:t>
            </a:r>
            <a:r>
              <a:rPr lang="th-TH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ระยะฟรี 1-2 มิลลิเมตร</a:t>
            </a:r>
          </a:p>
        </p:txBody>
      </p:sp>
    </p:spTree>
    <p:extLst>
      <p:ext uri="{BB962C8B-B14F-4D97-AF65-F5344CB8AC3E}">
        <p14:creationId xmlns:p14="http://schemas.microsoft.com/office/powerpoint/2010/main" val="683376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290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ปรับตั้งระยะฟรีคลัตช์ของรถไถเดินตาม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050949-92D2-4468-BEC4-7667229C9B1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8817386" y="186933"/>
            <a:ext cx="3124553" cy="8108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D145B7-33CA-475C-8FBF-B2EF0232F0C5}"/>
              </a:ext>
            </a:extLst>
          </p:cNvPr>
          <p:cNvSpPr txBox="1"/>
          <p:nvPr/>
        </p:nvSpPr>
        <p:spPr>
          <a:xfrm>
            <a:off x="330640" y="2780839"/>
            <a:ext cx="54986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• ระยะฟรีของคลัชต์ ประมาณ 15-20 มม.</a:t>
            </a:r>
            <a:b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</a:b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 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ปรับตั้งโดยคลายน๊อตเบอร์ 14 สองตัว </a:t>
            </a:r>
            <a:b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</a:b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  หมุนปลายสายปรับระยะฟรีที่เหมาะสม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41661D-7605-47D2-B28B-6E8FE78D3C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4" y="1454685"/>
            <a:ext cx="4762127" cy="31648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2787A5-CEA4-4FA8-9521-25D909D5A1D8}"/>
              </a:ext>
            </a:extLst>
          </p:cNvPr>
          <p:cNvSpPr txBox="1"/>
          <p:nvPr/>
        </p:nvSpPr>
        <p:spPr>
          <a:xfrm>
            <a:off x="8010525" y="4987816"/>
            <a:ext cx="25431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(1) คันคลัตช์หลัก</a:t>
            </a:r>
          </a:p>
          <a:p>
            <a:r>
              <a:rPr lang="th-TH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A) </a:t>
            </a:r>
            <a:r>
              <a:rPr lang="th-TH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ระยะฟรี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1AE78-347A-42EC-B398-CDA33597F856}"/>
              </a:ext>
            </a:extLst>
          </p:cNvPr>
          <p:cNvSpPr txBox="1"/>
          <p:nvPr/>
        </p:nvSpPr>
        <p:spPr>
          <a:xfrm>
            <a:off x="349690" y="2257619"/>
            <a:ext cx="3528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ขั้นตอนการ</a:t>
            </a:r>
            <a:r>
              <a:rPr lang="th-TH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ปรับตั้ง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:</a:t>
            </a:r>
            <a:endParaRPr kumimoji="0" lang="th-TH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49134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290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ปรับตั้งระยะฟรีเบรกของรถไถเดินตาม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050949-92D2-4468-BEC4-7667229C9B1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6715124" y="171164"/>
            <a:ext cx="3124553" cy="8108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D145B7-33CA-475C-8FBF-B2EF0232F0C5}"/>
              </a:ext>
            </a:extLst>
          </p:cNvPr>
          <p:cNvSpPr txBox="1"/>
          <p:nvPr/>
        </p:nvSpPr>
        <p:spPr>
          <a:xfrm>
            <a:off x="330640" y="2399839"/>
            <a:ext cx="67178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 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ระยะฟรีของเบรกระหว่างสปริงและน๊อตปรับตั้ง </a:t>
            </a:r>
            <a:b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</a:b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  ประมาณ 3-5 มม.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 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ดึงคันคลัชต์ให้อยู่ในตำแหน่งฟรี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• คลายน๊อตที่ปลายสาย แล้วปรับระยะฟรีตามค่าที่</a:t>
            </a:r>
            <a:b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</a:b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  กำหนด และล๊อกน๊อตให้แน่น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6647E9-D12A-4F26-B109-F7074E63914F}"/>
              </a:ext>
            </a:extLst>
          </p:cNvPr>
          <p:cNvSpPr txBox="1"/>
          <p:nvPr/>
        </p:nvSpPr>
        <p:spPr>
          <a:xfrm>
            <a:off x="442940" y="1845258"/>
            <a:ext cx="3528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ขั้นตอนการ</a:t>
            </a:r>
            <a:r>
              <a:rPr lang="th-TH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ปรับตั้ง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:</a:t>
            </a:r>
            <a:endParaRPr kumimoji="0" lang="th-TH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09F3AF-E8A9-46F3-AC66-2AE7F6333035}"/>
              </a:ext>
            </a:extLst>
          </p:cNvPr>
          <p:cNvSpPr txBox="1"/>
          <p:nvPr/>
        </p:nvSpPr>
        <p:spPr>
          <a:xfrm>
            <a:off x="442940" y="4396815"/>
            <a:ext cx="59368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* หยอดน้ำมันหล่อลื่นสายอย่างสม่ำเสมอ </a:t>
            </a:r>
            <a:b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</a:br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  เพื่อยืดอายุการใช้งานของสายบีบเลี้ยว</a:t>
            </a:r>
          </a:p>
          <a:p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* หลังหยอกน้ำมันหล่อลื่นเสร็จให้หมุนลูกยางปิดรูไว้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798A06-A965-4050-9306-2B8CCC6C9F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6675" y="1175198"/>
            <a:ext cx="3850174" cy="25304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D0E74A-9E53-4248-BBC0-CA223667B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6675" y="4351989"/>
            <a:ext cx="3850174" cy="193631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505271C-5746-4268-A813-01579E896A6C}"/>
              </a:ext>
            </a:extLst>
          </p:cNvPr>
          <p:cNvSpPr txBox="1"/>
          <p:nvPr/>
        </p:nvSpPr>
        <p:spPr>
          <a:xfrm>
            <a:off x="8334550" y="3724708"/>
            <a:ext cx="24867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(1) นอตล็อกปรับตั้งเบรก</a:t>
            </a:r>
          </a:p>
          <a:p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(2) นอตปรับตั้งเบรก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BF863B-2ABC-41A3-8D08-42CAA5AEBD45}"/>
              </a:ext>
            </a:extLst>
          </p:cNvPr>
          <p:cNvSpPr txBox="1"/>
          <p:nvPr/>
        </p:nvSpPr>
        <p:spPr>
          <a:xfrm>
            <a:off x="7686675" y="6359229"/>
            <a:ext cx="385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(A) </a:t>
            </a:r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ระยะฟรีเบรก 3-5 มิลลิเมตร</a:t>
            </a:r>
          </a:p>
        </p:txBody>
      </p:sp>
    </p:spTree>
    <p:extLst>
      <p:ext uri="{BB962C8B-B14F-4D97-AF65-F5344CB8AC3E}">
        <p14:creationId xmlns:p14="http://schemas.microsoft.com/office/powerpoint/2010/main" val="3867954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290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ปรับตั้งสายพานขับของรถไถเดินตาม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050949-92D2-4468-BEC4-7667229C9B1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6715124" y="171164"/>
            <a:ext cx="3124553" cy="8108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D145B7-33CA-475C-8FBF-B2EF0232F0C5}"/>
              </a:ext>
            </a:extLst>
          </p:cNvPr>
          <p:cNvSpPr txBox="1"/>
          <p:nvPr/>
        </p:nvSpPr>
        <p:spPr>
          <a:xfrm>
            <a:off x="330640" y="2037889"/>
            <a:ext cx="114613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 • ระยะฟรีของสายพานเครื่องที่เหมาะสม ประมาณ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30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-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40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มม.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 • ขันน๊อตหางปลา ดึงลูกรอกสายพาน ให้สายพานตึงตามค่าที่กำหนด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 • ตรวจเช็คสายพาน หากมีรอยแตกร้าวหรือฉีกขาดให้เปลี่ยนสายพานใหม่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6647E9-D12A-4F26-B109-F7074E63914F}"/>
              </a:ext>
            </a:extLst>
          </p:cNvPr>
          <p:cNvSpPr txBox="1"/>
          <p:nvPr/>
        </p:nvSpPr>
        <p:spPr>
          <a:xfrm>
            <a:off x="442940" y="1483308"/>
            <a:ext cx="3528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ขั้นตอนการปรับตั้ง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:</a:t>
            </a:r>
            <a:endParaRPr kumimoji="0" lang="th-TH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05271C-5746-4268-A813-01579E896A6C}"/>
              </a:ext>
            </a:extLst>
          </p:cNvPr>
          <p:cNvSpPr txBox="1"/>
          <p:nvPr/>
        </p:nvSpPr>
        <p:spPr>
          <a:xfrm>
            <a:off x="3951950" y="4254216"/>
            <a:ext cx="33250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(1)  มู่เล่เครื่องยนต์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A) </a:t>
            </a: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ระยะความตึงสายพาน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      </a:t>
            </a: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30-40 มิลลิเมตร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3AED17-F586-4B00-8B88-613ECA9512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93" y="3619783"/>
            <a:ext cx="3325007" cy="21921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CE6C10-40FF-4E53-9DC3-E73B52D3A2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9883" y="3619783"/>
            <a:ext cx="3288296" cy="21921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6596C41-C3A1-4282-BA33-1A69CF5B3B92}"/>
              </a:ext>
            </a:extLst>
          </p:cNvPr>
          <p:cNvSpPr txBox="1"/>
          <p:nvPr/>
        </p:nvSpPr>
        <p:spPr>
          <a:xfrm>
            <a:off x="9922040" y="4254216"/>
            <a:ext cx="2269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(1) ตัวปรับตั้ง</a:t>
            </a:r>
            <a:b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</a:br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     ความตึงสายพาน</a:t>
            </a:r>
          </a:p>
        </p:txBody>
      </p:sp>
    </p:spTree>
    <p:extLst>
      <p:ext uri="{BB962C8B-B14F-4D97-AF65-F5344CB8AC3E}">
        <p14:creationId xmlns:p14="http://schemas.microsoft.com/office/powerpoint/2010/main" val="542224920"/>
      </p:ext>
    </p:extLst>
  </p:cSld>
  <p:clrMapOvr>
    <a:masterClrMapping/>
  </p:clrMapOvr>
</p:sld>
</file>

<file path=ppt/theme/theme1.xml><?xml version="1.0" encoding="utf-8"?>
<a:theme xmlns:a="http://schemas.openxmlformats.org/drawingml/2006/main" name="Juliet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484</Words>
  <Application>Microsoft Office PowerPoint</Application>
  <PresentationFormat>Widescreen</PresentationFormat>
  <Paragraphs>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Montserrat ExtraBold</vt:lpstr>
      <vt:lpstr>Kanit</vt:lpstr>
      <vt:lpstr>Montserrat Light</vt:lpstr>
      <vt:lpstr>Calibri</vt:lpstr>
      <vt:lpstr>Arial</vt:lpstr>
      <vt:lpstr>Juliet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Thanawat Jedsadapattanakiat</dc:creator>
  <cp:lastModifiedBy>Nuanphan Ngamkitwanit (Ngamkitwanit Nuanphan)</cp:lastModifiedBy>
  <cp:revision>71</cp:revision>
  <dcterms:created xsi:type="dcterms:W3CDTF">2022-02-15T03:21:56Z</dcterms:created>
  <dcterms:modified xsi:type="dcterms:W3CDTF">2026-08-13T07:12:09Z</dcterms:modified>
</cp:coreProperties>
</file>