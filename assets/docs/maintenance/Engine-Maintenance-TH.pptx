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"/>
  </p:notesMasterIdLst>
  <p:sldIdLst>
    <p:sldId id="302" r:id="rId2"/>
    <p:sldId id="303" r:id="rId3"/>
    <p:sldId id="304" r:id="rId4"/>
    <p:sldId id="305" r:id="rId5"/>
    <p:sldId id="306" r:id="rId6"/>
    <p:sldId id="307" r:id="rId7"/>
    <p:sldId id="308" r:id="rId8"/>
  </p:sldIdLst>
  <p:sldSz cx="12192000" cy="6858000"/>
  <p:notesSz cx="6858000" cy="9144000"/>
  <p:embeddedFontLst>
    <p:embeddedFont>
      <p:font typeface="Kanit" pitchFamily="2" charset="-34"/>
      <p:regular r:id="rId10"/>
      <p:bold r:id="rId11"/>
      <p:italic r:id="rId12"/>
      <p:boldItalic r:id="rId13"/>
    </p:embeddedFont>
    <p:embeddedFont>
      <p:font typeface="Montserrat ExtraBold" panose="00000900000000000000" pitchFamily="2" charset="0"/>
      <p:bold r:id="rId14"/>
      <p:boldItalic r:id="rId15"/>
    </p:embeddedFont>
    <p:embeddedFont>
      <p:font typeface="Montserrat Light" panose="00000400000000000000" pitchFamily="2" charset="0"/>
      <p:regular r:id="rId16"/>
      <p:italic r:id="rId17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9" autoAdjust="0"/>
    <p:restoredTop sz="94660"/>
  </p:normalViewPr>
  <p:slideViewPr>
    <p:cSldViewPr snapToGrid="0">
      <p:cViewPr varScale="1">
        <p:scale>
          <a:sx n="71" d="100"/>
          <a:sy n="71" d="100"/>
        </p:scale>
        <p:origin x="4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941A6-C192-48FC-8212-4338DEE8A003}" type="datetimeFigureOut">
              <a:rPr lang="th-TH" smtClean="0"/>
              <a:t>13/08/69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4A2A-9876-4D84-95C2-038AD347E47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5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711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127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2194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5484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183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308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45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4"/>
            <a:ext cx="12192000" cy="68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69400" y="1630935"/>
            <a:ext cx="6053200" cy="35960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61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5125767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582165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3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25767" y="1073768"/>
            <a:ext cx="6456800" cy="4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683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72864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7.jp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7.jp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7.jp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406782" y="1933741"/>
            <a:ext cx="9904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</a:t>
            </a:r>
            <a:r>
              <a:rPr lang="th-TH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บำรุงรักษา</a:t>
            </a:r>
            <a:r>
              <a:rPr kumimoji="0" lang="th-TH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เครื่องยนต์ดีเซลคูโบต้า</a:t>
            </a: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654EBA-AC43-4FF3-A371-F538B8F0EE6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82" y="2641627"/>
            <a:ext cx="3005797" cy="515256"/>
          </a:xfrm>
          <a:prstGeom prst="rect">
            <a:avLst/>
          </a:prstGeom>
        </p:spPr>
      </p:pic>
      <p:pic>
        <p:nvPicPr>
          <p:cNvPr id="6" name="Picture 5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9E0B095C-03C7-4E12-A5AA-6E19F047A04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411" y="3135127"/>
            <a:ext cx="4545386" cy="3788579"/>
          </a:xfrm>
          <a:prstGeom prst="rect">
            <a:avLst/>
          </a:prstGeom>
        </p:spPr>
      </p:pic>
      <p:pic>
        <p:nvPicPr>
          <p:cNvPr id="10" name="Picture 9" descr="A picture containing orange, watch&#10;&#10;Description automatically generated">
            <a:extLst>
              <a:ext uri="{FF2B5EF4-FFF2-40B4-BE49-F238E27FC236}">
                <a16:creationId xmlns:a16="http://schemas.microsoft.com/office/drawing/2014/main" id="{558D9BC8-C8EB-40D4-9671-6AB5B87FD8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635" y="2846174"/>
            <a:ext cx="3691589" cy="307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1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จุดที่ต้อง</a:t>
            </a:r>
            <a:r>
              <a:rPr lang="th-TH" dirty="0">
                <a:solidFill>
                  <a:srgbClr val="000000"/>
                </a:solidFill>
              </a:rPr>
              <a:t>บำรุงรักษา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เครื่องยนต์ดีเซลคูโบต้า </a:t>
            </a:r>
          </a:p>
        </p:txBody>
      </p:sp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C47D0A-3CB1-4AAE-853B-3DD4DB0CD4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230" y="330364"/>
            <a:ext cx="3163130" cy="542226"/>
          </a:xfrm>
          <a:prstGeom prst="rect">
            <a:avLst/>
          </a:prstGeom>
        </p:spPr>
      </p:pic>
      <p:pic>
        <p:nvPicPr>
          <p:cNvPr id="27" name="Picture 26" descr="An orange and white machine&#10;&#10;Description automatically generated with low confidence">
            <a:extLst>
              <a:ext uri="{FF2B5EF4-FFF2-40B4-BE49-F238E27FC236}">
                <a16:creationId xmlns:a16="http://schemas.microsoft.com/office/drawing/2014/main" id="{71013FE2-14C7-4684-96D5-05271ECBBEC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5" t="15284" r="12593" b="9180"/>
          <a:stretch/>
        </p:blipFill>
        <p:spPr>
          <a:xfrm>
            <a:off x="163434" y="2542770"/>
            <a:ext cx="4049392" cy="3374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606B20-F8C3-4C2C-AB6C-8EFB47DD6100}"/>
              </a:ext>
            </a:extLst>
          </p:cNvPr>
          <p:cNvSpPr txBox="1"/>
          <p:nvPr/>
        </p:nvSpPr>
        <p:spPr>
          <a:xfrm>
            <a:off x="4456232" y="1443943"/>
            <a:ext cx="4192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12700" cmpd="sng">
                  <a:noFill/>
                  <a:prstDash val="solid"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Roboto Light"/>
                <a:cs typeface="Kanit" pitchFamily="2" charset="-34"/>
              </a:rPr>
              <a:t>5 </a:t>
            </a:r>
            <a:r>
              <a:rPr kumimoji="0" lang="th-TH" sz="6000" b="1" i="0" u="none" strike="noStrike" kern="1200" cap="none" spc="0" normalizeH="0" baseline="0" noProof="0" dirty="0">
                <a:ln w="12700" cmpd="sng">
                  <a:noFill/>
                  <a:prstDash val="solid"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Roboto Light"/>
                <a:cs typeface="Kanit" pitchFamily="2" charset="-34"/>
              </a:rPr>
              <a:t>จุดสำคัญ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729FE-3821-4E24-818A-40A79B001CE7}"/>
              </a:ext>
            </a:extLst>
          </p:cNvPr>
          <p:cNvSpPr txBox="1"/>
          <p:nvPr/>
        </p:nvSpPr>
        <p:spPr>
          <a:xfrm>
            <a:off x="4494332" y="2512307"/>
            <a:ext cx="5361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ระบบกรองอากาศ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35166-D67A-41F5-BE5B-7627841D3C77}"/>
              </a:ext>
            </a:extLst>
          </p:cNvPr>
          <p:cNvSpPr txBox="1"/>
          <p:nvPr/>
        </p:nvSpPr>
        <p:spPr>
          <a:xfrm>
            <a:off x="4418132" y="3294337"/>
            <a:ext cx="5361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2)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ระบบน้ำมันเชื้อเพลิง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EB244-9822-41D6-A1F5-B8F9BC2E561F}"/>
              </a:ext>
            </a:extLst>
          </p:cNvPr>
          <p:cNvSpPr txBox="1"/>
          <p:nvPr/>
        </p:nvSpPr>
        <p:spPr>
          <a:xfrm>
            <a:off x="4437182" y="4076367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3)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ระบบหล่อลื่น(น้ำมันเครื่อง)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8A253-E818-40D3-A77C-B245E5C501B0}"/>
              </a:ext>
            </a:extLst>
          </p:cNvPr>
          <p:cNvSpPr txBox="1"/>
          <p:nvPr/>
        </p:nvSpPr>
        <p:spPr>
          <a:xfrm>
            <a:off x="4437182" y="4858397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4)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ระบบน้ำระบายความร้อน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93C8B-2635-4B3F-9E48-0D7C0A4515DC}"/>
              </a:ext>
            </a:extLst>
          </p:cNvPr>
          <p:cNvSpPr txBox="1"/>
          <p:nvPr/>
        </p:nvSpPr>
        <p:spPr>
          <a:xfrm>
            <a:off x="4456233" y="5576695"/>
            <a:ext cx="7011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5)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ระบบสายพานพัดลมระบายความร้อน</a:t>
            </a:r>
          </a:p>
        </p:txBody>
      </p:sp>
    </p:spTree>
    <p:extLst>
      <p:ext uri="{BB962C8B-B14F-4D97-AF65-F5344CB8AC3E}">
        <p14:creationId xmlns:p14="http://schemas.microsoft.com/office/powerpoint/2010/main" val="449382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บำรุงรักษากรองอากาศ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109378-462A-4DCF-A254-C8A53FD66E21}"/>
              </a:ext>
            </a:extLst>
          </p:cNvPr>
          <p:cNvSpPr txBox="1"/>
          <p:nvPr/>
        </p:nvSpPr>
        <p:spPr>
          <a:xfrm>
            <a:off x="410513" y="1381841"/>
            <a:ext cx="109242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ตรวจเช็คทุกวันก่อนใช้งาน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ทำความสะอาดหม้อกรองและไส้กรองอากาศทุกๆ 100 ชม.  หรือ 1 เดือน</a:t>
            </a:r>
          </a:p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คลายน๊อตหางปลา และถอดฝาครอบหม้อกรอง แล้วดึงไส้กรองอากาศออก</a:t>
            </a:r>
          </a:p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ถอดหม้อกรองอากาศออก โดยคลายน๊อตยึดเบอร์ 10</a:t>
            </a:r>
          </a:p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ล้างทำความสะอาดไส้กรองด้วยน้ำมันดีเซล และเคาะเบาๆให้สิ่งสกปรกหลุดออกมา แล้วใช้ลมเป่า</a:t>
            </a:r>
          </a:p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สำหรับหม้อกรองสามารถใช้น้ำมันดีเซลหรือน้ำผสมผงซักฟอกทำความสะอาดได้ แต่ก่อนประกอบต้องเช็ดให้แห้งก่อน</a:t>
            </a:r>
          </a:p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ประกอบอ่างหม้อกรองกลับเข้าที่เดิม และเติมน้ำมันเครื่องตราช้างให้พอดีกับขีดที่กำหนด ขันน๊อตเบอร์ 10 ให้แน่น</a:t>
            </a:r>
          </a:p>
          <a:p>
            <a:r>
              <a:rPr lang="th-TH" sz="1800" dirty="0">
                <a:latin typeface="Kanit" pitchFamily="2" charset="-34"/>
                <a:cs typeface="Kanit" pitchFamily="2" charset="-34"/>
              </a:rPr>
              <a:t>• ประกอบไส้กรองอากาศและฝาครอบหม้อกรองกลับที่เดิม ขันน๊อตหางปลาให้แน่น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CC179F-13D0-C759-11A3-A01BCD09EA2F}"/>
              </a:ext>
            </a:extLst>
          </p:cNvPr>
          <p:cNvGrpSpPr/>
          <p:nvPr/>
        </p:nvGrpSpPr>
        <p:grpSpPr>
          <a:xfrm>
            <a:off x="518061" y="4462855"/>
            <a:ext cx="11136055" cy="1618168"/>
            <a:chOff x="518061" y="4462855"/>
            <a:chExt cx="11136055" cy="161816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18311E9-84EE-4D99-B1D7-FDD0087C8C1F}"/>
                </a:ext>
              </a:extLst>
            </p:cNvPr>
            <p:cNvGrpSpPr/>
            <p:nvPr/>
          </p:nvGrpSpPr>
          <p:grpSpPr>
            <a:xfrm>
              <a:off x="3013322" y="5109843"/>
              <a:ext cx="6178423" cy="366316"/>
              <a:chOff x="3370165" y="4800598"/>
              <a:chExt cx="7148190" cy="423813"/>
            </a:xfrm>
          </p:grpSpPr>
          <p:sp>
            <p:nvSpPr>
              <p:cNvPr id="23" name="Arrow: Right 18">
                <a:extLst>
                  <a:ext uri="{FF2B5EF4-FFF2-40B4-BE49-F238E27FC236}">
                    <a16:creationId xmlns:a16="http://schemas.microsoft.com/office/drawing/2014/main" id="{8230012C-7F34-4175-B150-CB95165C944E}"/>
                  </a:ext>
                </a:extLst>
              </p:cNvPr>
              <p:cNvSpPr/>
              <p:nvPr/>
            </p:nvSpPr>
            <p:spPr>
              <a:xfrm>
                <a:off x="3370165" y="4800600"/>
                <a:ext cx="460570" cy="423811"/>
              </a:xfrm>
              <a:prstGeom prst="righ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4" name="Arrow: Right 25">
                <a:extLst>
                  <a:ext uri="{FF2B5EF4-FFF2-40B4-BE49-F238E27FC236}">
                    <a16:creationId xmlns:a16="http://schemas.microsoft.com/office/drawing/2014/main" id="{71BEBEA3-3068-4FE4-8567-0AA19D165554}"/>
                  </a:ext>
                </a:extLst>
              </p:cNvPr>
              <p:cNvSpPr/>
              <p:nvPr/>
            </p:nvSpPr>
            <p:spPr>
              <a:xfrm>
                <a:off x="6721533" y="4800599"/>
                <a:ext cx="460570" cy="423811"/>
              </a:xfrm>
              <a:prstGeom prst="righ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5" name="Arrow: Right 27">
                <a:extLst>
                  <a:ext uri="{FF2B5EF4-FFF2-40B4-BE49-F238E27FC236}">
                    <a16:creationId xmlns:a16="http://schemas.microsoft.com/office/drawing/2014/main" id="{051E79A0-ABEC-46C2-8718-34AEA1764B38}"/>
                  </a:ext>
                </a:extLst>
              </p:cNvPr>
              <p:cNvSpPr/>
              <p:nvPr/>
            </p:nvSpPr>
            <p:spPr>
              <a:xfrm>
                <a:off x="10057785" y="4800598"/>
                <a:ext cx="460570" cy="423811"/>
              </a:xfrm>
              <a:prstGeom prst="rightArrow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061" y="4463252"/>
              <a:ext cx="2426059" cy="1617373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4430" y="4462855"/>
              <a:ext cx="2427252" cy="161816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6811" y="4463665"/>
              <a:ext cx="2425849" cy="1616547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5265" y="4463300"/>
              <a:ext cx="2428851" cy="1617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3453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บำรุงรักษาระบบน้ำมันเชื้อเพลิง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109378-462A-4DCF-A254-C8A53FD66E21}"/>
              </a:ext>
            </a:extLst>
          </p:cNvPr>
          <p:cNvSpPr txBox="1"/>
          <p:nvPr/>
        </p:nvSpPr>
        <p:spPr>
          <a:xfrm>
            <a:off x="330640" y="1335662"/>
            <a:ext cx="112436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ตรวจเช็คไส้กรองทุกครั้งก่อนใช้งาน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ทำความสะอาดไส้กรองทุกๆ 100 ชม. หรือ 1 เดือน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ถ้ามีสิ่งสกปรกหรือน้ำปนอยู่ในน้ำมัน ให้ทำความสะอาดทันที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เปลี่ยนไส้กรองทุกๆ 400 ชม.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ถอดน๊อตยึดชุดกรองน้ำมันเชื้อเพลิงออก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หมุนถ้วยกรองน้ำมันเชื้อเพลิงออก แล้วใช้คีมดึงกรองน้ำมันเชื้อเพลิง แยกออกจากกัน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ล้างทำความสะอาดถ้วยกรองและไส้กรองน้ำมันเชื้อเพลิง โดยการเคาะหรือใช้แปรงปัด แล้วใช้ลมเป่า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ถ้าไส้กรองอุดตันหรือฉีกขาด ให้เปลี่ยนทันที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ประกอบไส้กรองน้ำมันเชื้อเพลิงเข้ากับถ้วยกรอง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อย่าลืมใส่โอริงที่ขอบด้านบนของไส้กรอง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หมุนชุดถ้วยกรองน้ำมันเชื้อเพลิงกลับที่เดิมให้แน่น และขันน๊อตเบอร์ 10 ล๊อกชุดกรองน้ำมันเชื้อเพลิงให้แน่น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3013322" y="5580106"/>
            <a:ext cx="6178423" cy="366316"/>
            <a:chOff x="3370165" y="4800598"/>
            <a:chExt cx="7148190" cy="423813"/>
          </a:xfrm>
        </p:grpSpPr>
        <p:sp>
          <p:nvSpPr>
            <p:cNvPr id="23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4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61" y="4933515"/>
            <a:ext cx="2426059" cy="161737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929" y="4933118"/>
            <a:ext cx="2426254" cy="161816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11" y="4934047"/>
            <a:ext cx="2425849" cy="161630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294" y="4933563"/>
            <a:ext cx="2424792" cy="161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4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บำรุงรักษาระบบหล่อลื่น (น้ำมันเครื่อง)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FFEF8F-0F70-43C9-A7BE-970AB029F378}"/>
              </a:ext>
            </a:extLst>
          </p:cNvPr>
          <p:cNvSpPr txBox="1"/>
          <p:nvPr/>
        </p:nvSpPr>
        <p:spPr>
          <a:xfrm>
            <a:off x="288436" y="1335662"/>
            <a:ext cx="112436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สำหรับเครื่องยนต์ใหม่ ให้เปลี่ยนถ่ายหลังการใช้งาน 50 ชม.แรก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หลังจากนั้นเปลี่ยนถ่ายทุกๆ 100 ชม.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ถอดปลั๊กถ่ายน้ำมันเครื่องออก และปล่อยให้น้ำมันเครื่องไหลออกจนหมด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ทำความสะอาดไส้กรองน้ำมันเครื่อง ด้วยน้ำมันดีเซล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ใส่ปลั๊กถ่ายน้ำมันเครื่อง และขันให้แน่นพอประมาณ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ใช้น้ำมันเครื่องตราช้าง เกรด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SAE 40 API CF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เติมลงในเครื่องยนต์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ระดับน้ำมันเครื่องต้องไม่สูงกว่าขีดบน และไม่ต่ำกว่าขีดล่าง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7268DD-D7CD-4BF1-A2F9-588E58C9980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506" y="4795599"/>
            <a:ext cx="1077119" cy="16156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BA34DB-D657-453A-BAEE-B9102E80883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387" y="4794071"/>
            <a:ext cx="1077119" cy="161873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8521759-0D5D-4BC7-BDD2-4E06634338D4}"/>
              </a:ext>
            </a:extLst>
          </p:cNvPr>
          <p:cNvGrpSpPr/>
          <p:nvPr/>
        </p:nvGrpSpPr>
        <p:grpSpPr>
          <a:xfrm>
            <a:off x="3135309" y="5441342"/>
            <a:ext cx="7464046" cy="366316"/>
            <a:chOff x="3370165" y="4800598"/>
            <a:chExt cx="8635605" cy="423813"/>
          </a:xfrm>
        </p:grpSpPr>
        <p:sp>
          <p:nvSpPr>
            <p:cNvPr id="18" name="Arrow: Right 18">
              <a:extLst>
                <a:ext uri="{FF2B5EF4-FFF2-40B4-BE49-F238E27FC236}">
                  <a16:creationId xmlns:a16="http://schemas.microsoft.com/office/drawing/2014/main" id="{CC8337C6-DF38-4C62-9EC1-C979816A6D8F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Arrow: Right 25">
              <a:extLst>
                <a:ext uri="{FF2B5EF4-FFF2-40B4-BE49-F238E27FC236}">
                  <a16:creationId xmlns:a16="http://schemas.microsoft.com/office/drawing/2014/main" id="{297203E4-4BB6-458E-91CC-3E10DDEEF4B9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Arrow: Right 27">
              <a:extLst>
                <a:ext uri="{FF2B5EF4-FFF2-40B4-BE49-F238E27FC236}">
                  <a16:creationId xmlns:a16="http://schemas.microsoft.com/office/drawing/2014/main" id="{9B518393-BED6-47A3-B2F4-CD7B92C29906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Arrow: Right 27">
              <a:extLst>
                <a:ext uri="{FF2B5EF4-FFF2-40B4-BE49-F238E27FC236}">
                  <a16:creationId xmlns:a16="http://schemas.microsoft.com/office/drawing/2014/main" id="{381B8533-58D4-4F40-AFAC-3F8CAD6D801D}"/>
                </a:ext>
              </a:extLst>
            </p:cNvPr>
            <p:cNvSpPr/>
            <p:nvPr/>
          </p:nvSpPr>
          <p:spPr>
            <a:xfrm>
              <a:off x="11691426" y="4870121"/>
              <a:ext cx="314344" cy="2892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1E2877B-C435-4B8C-BEBC-14268650295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47" y="4794120"/>
            <a:ext cx="2429061" cy="161863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2F1361B-9C9B-40A8-9966-0022547491C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666" y="4794120"/>
            <a:ext cx="2428754" cy="161863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52E2F19-B04A-4904-A334-34E41CABBA5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73" y="4794571"/>
            <a:ext cx="2428100" cy="161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6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บำรุงรักษาระบบน้ำระบายความร้อน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FFEF8F-0F70-43C9-A7BE-970AB029F378}"/>
              </a:ext>
            </a:extLst>
          </p:cNvPr>
          <p:cNvSpPr txBox="1"/>
          <p:nvPr/>
        </p:nvSpPr>
        <p:spPr>
          <a:xfrm>
            <a:off x="330640" y="1335662"/>
            <a:ext cx="115275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เปลี่ยนถ่ายน้ำในหม้อน้ำทุกๆ 3 เดือน 	กรณีที่ใส่ผงกันสนิม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เปลี่ยนถ่ายน้ำในหม้อน้ำทุกๆ 1 เดือน 	กรณีที่ไม่ใส่ผงกันสนิม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ในขณะถ่ายน้ำ แนะนำให้เปิดฝาหม้อน้ำด้วย เพื่อทำให้น้ำที่ถ่ายออกเร็วขึ้น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ถอดปลั๊กถ่ายน้ำออก และปล่อยให้น้ำไหลออกจนหมด และขันปลั๊กถ่ายน้ำให้แน่น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ใส่ผงกันสนิม 1 ซอง และเติมน้ำสะอาดให้เต็ม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ปิดฝาให้แน่น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63A45A-08A0-41C8-9F4E-5AB222BA902F}"/>
              </a:ext>
            </a:extLst>
          </p:cNvPr>
          <p:cNvSpPr txBox="1"/>
          <p:nvPr/>
        </p:nvSpPr>
        <p:spPr>
          <a:xfrm>
            <a:off x="508000" y="6133349"/>
            <a:ext cx="1117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16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อย่าใช้น้ำบาดาลหรือน้ำคลองเติมในหม้อน้ำ เพราะอาจทำให้เกิดตะกอนอุดตันในหม้อน้ำได้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AA95B3-225A-4119-9B54-5C03E5C9F20F}"/>
              </a:ext>
            </a:extLst>
          </p:cNvPr>
          <p:cNvSpPr/>
          <p:nvPr/>
        </p:nvSpPr>
        <p:spPr>
          <a:xfrm>
            <a:off x="332235" y="5950157"/>
            <a:ext cx="11527531" cy="7049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FB1BDF8-5C3E-4181-BC47-CEFBA255E75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8000" y="5457623"/>
            <a:ext cx="709892" cy="7049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FD54606-697A-4198-B518-2AAF40DFA7C0}"/>
              </a:ext>
            </a:extLst>
          </p:cNvPr>
          <p:cNvSpPr txBox="1"/>
          <p:nvPr/>
        </p:nvSpPr>
        <p:spPr>
          <a:xfrm>
            <a:off x="1217892" y="5540972"/>
            <a:ext cx="1468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Caution</a:t>
            </a:r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3013322" y="4234622"/>
            <a:ext cx="6178423" cy="366316"/>
            <a:chOff x="3370165" y="4800598"/>
            <a:chExt cx="7148190" cy="423813"/>
          </a:xfrm>
        </p:grpSpPr>
        <p:sp>
          <p:nvSpPr>
            <p:cNvPr id="27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8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9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61" y="3588324"/>
            <a:ext cx="2426059" cy="161678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894" y="3587634"/>
            <a:ext cx="2426323" cy="161816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325" y="3588444"/>
            <a:ext cx="2424820" cy="161654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483" y="3588079"/>
            <a:ext cx="2428415" cy="161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5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บำรุงรักษาระบบพัดลมระบายความร้อน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FFEF8F-0F70-43C9-A7BE-970AB029F378}"/>
              </a:ext>
            </a:extLst>
          </p:cNvPr>
          <p:cNvSpPr txBox="1"/>
          <p:nvPr/>
        </p:nvSpPr>
        <p:spPr>
          <a:xfrm>
            <a:off x="330640" y="1335662"/>
            <a:ext cx="112436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ตรวจเช็คทุกครั้งก่อนใช้งาน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ปรับตั้งความตึงสายพานใหม่เหมาะสม ระยะฟรีที่เหมาะสมประมาณ 15 มม.-20 มม.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ถ้าสายพานมีรอยแตกร้าว หรือฉีกขาด ให้เปลี่ยนใหม่ทันที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5C784-EA12-448A-B301-9D5B8C3ADD17}"/>
              </a:ext>
            </a:extLst>
          </p:cNvPr>
          <p:cNvSpPr txBox="1"/>
          <p:nvPr/>
        </p:nvSpPr>
        <p:spPr>
          <a:xfrm>
            <a:off x="721170" y="6216756"/>
            <a:ext cx="101322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16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ถ้าสายพานขาดระหว่างใช้งาน จะทำให้เครื่องยนต์ร้อน และเกิดอาการ </a:t>
            </a:r>
            <a:r>
              <a:rPr lang="en-US" sz="16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Overheat </a:t>
            </a:r>
            <a:r>
              <a:rPr lang="th-TH" sz="16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ได้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07AC5C-7D60-40A2-9EBC-19F8E1EDFE70}"/>
              </a:ext>
            </a:extLst>
          </p:cNvPr>
          <p:cNvSpPr/>
          <p:nvPr/>
        </p:nvSpPr>
        <p:spPr>
          <a:xfrm>
            <a:off x="332235" y="5950157"/>
            <a:ext cx="11527531" cy="7049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C7114E0-4B33-45D2-92C3-A34496DBA86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8000" y="5457623"/>
            <a:ext cx="709892" cy="70493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E266877-0985-4E1C-A462-AFCD93938AA2}"/>
              </a:ext>
            </a:extLst>
          </p:cNvPr>
          <p:cNvSpPr txBox="1"/>
          <p:nvPr/>
        </p:nvSpPr>
        <p:spPr>
          <a:xfrm>
            <a:off x="1217892" y="5540972"/>
            <a:ext cx="1468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Caution</a:t>
            </a:r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3013322" y="3868766"/>
            <a:ext cx="6178423" cy="366316"/>
            <a:chOff x="3370165" y="4800598"/>
            <a:chExt cx="7148190" cy="423813"/>
          </a:xfrm>
        </p:grpSpPr>
        <p:sp>
          <p:nvSpPr>
            <p:cNvPr id="28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9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0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61" y="3223174"/>
            <a:ext cx="2426059" cy="161537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430" y="3222278"/>
            <a:ext cx="2427252" cy="161716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700" y="3222588"/>
            <a:ext cx="2424071" cy="161654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357" y="3222223"/>
            <a:ext cx="2426666" cy="161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56902"/>
      </p:ext>
    </p:extLst>
  </p:cSld>
  <p:clrMapOvr>
    <a:masterClrMapping/>
  </p:clrMapOvr>
</p:sld>
</file>

<file path=ppt/theme/theme1.xml><?xml version="1.0" encoding="utf-8"?>
<a:theme xmlns:a="http://schemas.openxmlformats.org/drawingml/2006/main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643</Words>
  <Application>Microsoft Office PowerPoint</Application>
  <PresentationFormat>Widescreen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Kanit</vt:lpstr>
      <vt:lpstr>Montserrat Light</vt:lpstr>
      <vt:lpstr>Calibri</vt:lpstr>
      <vt:lpstr>Arial</vt:lpstr>
      <vt:lpstr>Montserrat ExtraBold</vt:lpstr>
      <vt:lpstr>Juliet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Thanawat Jedsadapattanakiat</dc:creator>
  <cp:lastModifiedBy>Nuanphan Ngamkitwanit (Ngamkitwanit Nuanphan)</cp:lastModifiedBy>
  <cp:revision>51</cp:revision>
  <dcterms:created xsi:type="dcterms:W3CDTF">2022-02-15T03:21:56Z</dcterms:created>
  <dcterms:modified xsi:type="dcterms:W3CDTF">2026-08-13T06:49:14Z</dcterms:modified>
</cp:coreProperties>
</file>