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70" r:id="rId2"/>
    <p:sldId id="271" r:id="rId3"/>
    <p:sldId id="272" r:id="rId4"/>
    <p:sldId id="273" r:id="rId5"/>
    <p:sldId id="274" r:id="rId6"/>
    <p:sldId id="275" r:id="rId7"/>
    <p:sldId id="276" r:id="rId8"/>
    <p:sldId id="277" r:id="rId9"/>
    <p:sldId id="278" r:id="rId10"/>
  </p:sldIdLst>
  <p:sldSz cx="12192000" cy="6858000"/>
  <p:notesSz cx="6858000" cy="9144000"/>
  <p:embeddedFontLst>
    <p:embeddedFont>
      <p:font typeface="Kanit" pitchFamily="2" charset="-34"/>
      <p:regular r:id="rId12"/>
      <p:bold r:id="rId13"/>
      <p:italic r:id="rId14"/>
      <p:boldItalic r:id="rId15"/>
    </p:embeddedFont>
    <p:embeddedFont>
      <p:font typeface="Montserrat ExtraBold" panose="00000900000000000000" pitchFamily="2" charset="0"/>
      <p:bold r:id="rId16"/>
      <p:boldItalic r:id="rId17"/>
    </p:embeddedFont>
    <p:embeddedFont>
      <p:font typeface="Montserrat Light" panose="000004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i42U+RbIoe7OzwMpLD++TT+8rbQ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54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51"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0.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7" name="Google Shape;37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 name="Google Shape;39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6" name="Google Shape;41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3"/>
        <p:cNvGrpSpPr/>
        <p:nvPr/>
      </p:nvGrpSpPr>
      <p:grpSpPr>
        <a:xfrm>
          <a:off x="0" y="0"/>
          <a:ext cx="0" cy="0"/>
          <a:chOff x="0" y="0"/>
          <a:chExt cx="0" cy="0"/>
        </a:xfrm>
      </p:grpSpPr>
      <p:pic>
        <p:nvPicPr>
          <p:cNvPr id="14" name="Google Shape;14;p33"/>
          <p:cNvPicPr preferRelativeResize="0"/>
          <p:nvPr/>
        </p:nvPicPr>
        <p:blipFill rotWithShape="1">
          <a:blip r:embed="rId2">
            <a:alphaModFix/>
          </a:blip>
          <a:srcRect/>
          <a:stretch/>
        </p:blipFill>
        <p:spPr>
          <a:xfrm>
            <a:off x="0" y="-34"/>
            <a:ext cx="12192000" cy="6858031"/>
          </a:xfrm>
          <a:prstGeom prst="rect">
            <a:avLst/>
          </a:prstGeom>
          <a:noFill/>
          <a:ln>
            <a:noFill/>
          </a:ln>
        </p:spPr>
      </p:pic>
      <p:sp>
        <p:nvSpPr>
          <p:cNvPr id="15" name="Google Shape;15;p33"/>
          <p:cNvSpPr txBox="1">
            <a:spLocks noGrp="1"/>
          </p:cNvSpPr>
          <p:nvPr>
            <p:ph type="ctrTitle"/>
          </p:nvPr>
        </p:nvSpPr>
        <p:spPr>
          <a:xfrm>
            <a:off x="3069400" y="1630935"/>
            <a:ext cx="6053200" cy="3596000"/>
          </a:xfrm>
          <a:prstGeom prst="rect">
            <a:avLst/>
          </a:prstGeom>
          <a:noFill/>
          <a:ln>
            <a:noFill/>
          </a:ln>
          <a:effectLst>
            <a:outerShdw blurRad="42863" dist="9525" dir="5400000" algn="bl" rotWithShape="0">
              <a:srgbClr val="000000">
                <a:alpha val="20000"/>
              </a:srgbClr>
            </a:outerShdw>
          </a:effectLst>
        </p:spPr>
        <p:txBody>
          <a:bodyPr spcFirstLastPara="1" wrap="square" lIns="0" tIns="0" rIns="0" bIns="0" anchor="ctr" anchorCtr="0">
            <a:no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6"/>
        <p:cNvGrpSpPr/>
        <p:nvPr/>
      </p:nvGrpSpPr>
      <p:grpSpPr>
        <a:xfrm>
          <a:off x="0" y="0"/>
          <a:ext cx="0" cy="0"/>
          <a:chOff x="0" y="0"/>
          <a:chExt cx="0" cy="0"/>
        </a:xfrm>
      </p:grpSpPr>
      <p:pic>
        <p:nvPicPr>
          <p:cNvPr id="17" name="Google Shape;17;p3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8" name="Google Shape;18;p34"/>
          <p:cNvSpPr txBox="1">
            <a:spLocks noGrp="1"/>
          </p:cNvSpPr>
          <p:nvPr>
            <p:ph type="title"/>
          </p:nvPr>
        </p:nvSpPr>
        <p:spPr>
          <a:xfrm>
            <a:off x="932000" y="1215600"/>
            <a:ext cx="2694400" cy="4436800"/>
          </a:xfrm>
          <a:prstGeom prst="rect">
            <a:avLst/>
          </a:prstGeom>
          <a:noFill/>
          <a:ln>
            <a:noFill/>
          </a:ln>
          <a:effectLst>
            <a:outerShdw blurRad="42863" dist="9525" dir="5400000" algn="bl" rotWithShape="0">
              <a:srgbClr val="000000">
                <a:alpha val="20000"/>
              </a:srgbClr>
            </a:outerShdw>
          </a:effectLst>
        </p:spPr>
        <p:txBody>
          <a:bodyPr spcFirstLastPara="1" wrap="square" lIns="0" tIns="0" rIns="0" bIns="0" anchor="ctr" anchorCtr="0">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a:endParaRPr/>
          </a:p>
        </p:txBody>
      </p:sp>
      <p:sp>
        <p:nvSpPr>
          <p:cNvPr id="19" name="Google Shape;19;p34"/>
          <p:cNvSpPr txBox="1">
            <a:spLocks noGrp="1"/>
          </p:cNvSpPr>
          <p:nvPr>
            <p:ph type="body" idx="1"/>
          </p:nvPr>
        </p:nvSpPr>
        <p:spPr>
          <a:xfrm>
            <a:off x="5125767" y="1073767"/>
            <a:ext cx="3000400" cy="4720800"/>
          </a:xfrm>
          <a:prstGeom prst="rect">
            <a:avLst/>
          </a:prstGeom>
          <a:noFill/>
          <a:ln>
            <a:noFill/>
          </a:ln>
        </p:spPr>
        <p:txBody>
          <a:bodyPr spcFirstLastPara="1" wrap="square" lIns="0" tIns="0" rIns="0" bIns="0" anchor="ctr" anchorCtr="0">
            <a:noAutofit/>
          </a:bodyPr>
          <a:lstStyle>
            <a:lvl1pPr marL="457200" lvl="0" indent="-342900" algn="l">
              <a:lnSpc>
                <a:spcPct val="115000"/>
              </a:lnSpc>
              <a:spcBef>
                <a:spcPts val="800"/>
              </a:spcBef>
              <a:spcAft>
                <a:spcPts val="0"/>
              </a:spcAft>
              <a:buSzPts val="1800"/>
              <a:buChar char="◦"/>
              <a:defRPr sz="2400"/>
            </a:lvl1pPr>
            <a:lvl2pPr marL="914400" lvl="1" indent="-342900" algn="l">
              <a:lnSpc>
                <a:spcPct val="115000"/>
              </a:lnSpc>
              <a:spcBef>
                <a:spcPts val="1333"/>
              </a:spcBef>
              <a:spcAft>
                <a:spcPts val="0"/>
              </a:spcAft>
              <a:buSzPts val="1800"/>
              <a:buChar char="◦"/>
              <a:defRPr sz="2400"/>
            </a:lvl2pPr>
            <a:lvl3pPr marL="1371600" lvl="2" indent="-342900" algn="l">
              <a:lnSpc>
                <a:spcPct val="115000"/>
              </a:lnSpc>
              <a:spcBef>
                <a:spcPts val="1333"/>
              </a:spcBef>
              <a:spcAft>
                <a:spcPts val="0"/>
              </a:spcAft>
              <a:buSzPts val="1800"/>
              <a:buChar char="◦"/>
              <a:defRPr sz="2400"/>
            </a:lvl3pPr>
            <a:lvl4pPr marL="1828800" lvl="3" indent="-342900" algn="l">
              <a:lnSpc>
                <a:spcPct val="115000"/>
              </a:lnSpc>
              <a:spcBef>
                <a:spcPts val="1333"/>
              </a:spcBef>
              <a:spcAft>
                <a:spcPts val="0"/>
              </a:spcAft>
              <a:buSzPts val="1800"/>
              <a:buChar char="◦"/>
              <a:defRPr sz="2400"/>
            </a:lvl4pPr>
            <a:lvl5pPr marL="2286000" lvl="4" indent="-342900" algn="l">
              <a:lnSpc>
                <a:spcPct val="115000"/>
              </a:lnSpc>
              <a:spcBef>
                <a:spcPts val="1333"/>
              </a:spcBef>
              <a:spcAft>
                <a:spcPts val="0"/>
              </a:spcAft>
              <a:buSzPts val="1800"/>
              <a:buChar char="◦"/>
              <a:defRPr sz="2400"/>
            </a:lvl5pPr>
            <a:lvl6pPr marL="2743200" lvl="5" indent="-342900" algn="l">
              <a:lnSpc>
                <a:spcPct val="115000"/>
              </a:lnSpc>
              <a:spcBef>
                <a:spcPts val="1333"/>
              </a:spcBef>
              <a:spcAft>
                <a:spcPts val="0"/>
              </a:spcAft>
              <a:buSzPts val="1800"/>
              <a:buChar char="◦"/>
              <a:defRPr sz="2400"/>
            </a:lvl6pPr>
            <a:lvl7pPr marL="3200400" lvl="6" indent="-342900" algn="l">
              <a:lnSpc>
                <a:spcPct val="115000"/>
              </a:lnSpc>
              <a:spcBef>
                <a:spcPts val="1333"/>
              </a:spcBef>
              <a:spcAft>
                <a:spcPts val="0"/>
              </a:spcAft>
              <a:buSzPts val="1800"/>
              <a:buChar char="◦"/>
              <a:defRPr sz="2400"/>
            </a:lvl7pPr>
            <a:lvl8pPr marL="3657600" lvl="7" indent="-342900" algn="l">
              <a:lnSpc>
                <a:spcPct val="115000"/>
              </a:lnSpc>
              <a:spcBef>
                <a:spcPts val="1333"/>
              </a:spcBef>
              <a:spcAft>
                <a:spcPts val="0"/>
              </a:spcAft>
              <a:buSzPts val="1800"/>
              <a:buChar char="◦"/>
              <a:defRPr sz="2400"/>
            </a:lvl8pPr>
            <a:lvl9pPr marL="4114800" lvl="8" indent="-342900" algn="l">
              <a:lnSpc>
                <a:spcPct val="115000"/>
              </a:lnSpc>
              <a:spcBef>
                <a:spcPts val="1333"/>
              </a:spcBef>
              <a:spcAft>
                <a:spcPts val="1333"/>
              </a:spcAft>
              <a:buSzPts val="1800"/>
              <a:buChar char="◦"/>
              <a:defRPr sz="2400"/>
            </a:lvl9pPr>
          </a:lstStyle>
          <a:p>
            <a:endParaRPr/>
          </a:p>
        </p:txBody>
      </p:sp>
      <p:sp>
        <p:nvSpPr>
          <p:cNvPr id="20" name="Google Shape;20;p34"/>
          <p:cNvSpPr txBox="1">
            <a:spLocks noGrp="1"/>
          </p:cNvSpPr>
          <p:nvPr>
            <p:ph type="body" idx="2"/>
          </p:nvPr>
        </p:nvSpPr>
        <p:spPr>
          <a:xfrm>
            <a:off x="8582165" y="1073767"/>
            <a:ext cx="3000400" cy="4720800"/>
          </a:xfrm>
          <a:prstGeom prst="rect">
            <a:avLst/>
          </a:prstGeom>
          <a:noFill/>
          <a:ln>
            <a:noFill/>
          </a:ln>
        </p:spPr>
        <p:txBody>
          <a:bodyPr spcFirstLastPara="1" wrap="square" lIns="0" tIns="0" rIns="0" bIns="0" anchor="ctr" anchorCtr="0">
            <a:noAutofit/>
          </a:bodyPr>
          <a:lstStyle>
            <a:lvl1pPr marL="457200" lvl="0" indent="-342900" algn="l">
              <a:lnSpc>
                <a:spcPct val="115000"/>
              </a:lnSpc>
              <a:spcBef>
                <a:spcPts val="800"/>
              </a:spcBef>
              <a:spcAft>
                <a:spcPts val="0"/>
              </a:spcAft>
              <a:buSzPts val="1800"/>
              <a:buChar char="◦"/>
              <a:defRPr sz="2400"/>
            </a:lvl1pPr>
            <a:lvl2pPr marL="914400" lvl="1" indent="-342900" algn="l">
              <a:lnSpc>
                <a:spcPct val="115000"/>
              </a:lnSpc>
              <a:spcBef>
                <a:spcPts val="1333"/>
              </a:spcBef>
              <a:spcAft>
                <a:spcPts val="0"/>
              </a:spcAft>
              <a:buSzPts val="1800"/>
              <a:buChar char="◦"/>
              <a:defRPr sz="2400"/>
            </a:lvl2pPr>
            <a:lvl3pPr marL="1371600" lvl="2" indent="-342900" algn="l">
              <a:lnSpc>
                <a:spcPct val="115000"/>
              </a:lnSpc>
              <a:spcBef>
                <a:spcPts val="1333"/>
              </a:spcBef>
              <a:spcAft>
                <a:spcPts val="0"/>
              </a:spcAft>
              <a:buSzPts val="1800"/>
              <a:buChar char="◦"/>
              <a:defRPr sz="2400"/>
            </a:lvl3pPr>
            <a:lvl4pPr marL="1828800" lvl="3" indent="-342900" algn="l">
              <a:lnSpc>
                <a:spcPct val="115000"/>
              </a:lnSpc>
              <a:spcBef>
                <a:spcPts val="1333"/>
              </a:spcBef>
              <a:spcAft>
                <a:spcPts val="0"/>
              </a:spcAft>
              <a:buSzPts val="1800"/>
              <a:buChar char="◦"/>
              <a:defRPr sz="2400"/>
            </a:lvl4pPr>
            <a:lvl5pPr marL="2286000" lvl="4" indent="-342900" algn="l">
              <a:lnSpc>
                <a:spcPct val="115000"/>
              </a:lnSpc>
              <a:spcBef>
                <a:spcPts val="1333"/>
              </a:spcBef>
              <a:spcAft>
                <a:spcPts val="0"/>
              </a:spcAft>
              <a:buSzPts val="1800"/>
              <a:buChar char="◦"/>
              <a:defRPr sz="2400"/>
            </a:lvl5pPr>
            <a:lvl6pPr marL="2743200" lvl="5" indent="-342900" algn="l">
              <a:lnSpc>
                <a:spcPct val="115000"/>
              </a:lnSpc>
              <a:spcBef>
                <a:spcPts val="1333"/>
              </a:spcBef>
              <a:spcAft>
                <a:spcPts val="0"/>
              </a:spcAft>
              <a:buSzPts val="1800"/>
              <a:buChar char="◦"/>
              <a:defRPr sz="2400"/>
            </a:lvl6pPr>
            <a:lvl7pPr marL="3200400" lvl="6" indent="-342900" algn="l">
              <a:lnSpc>
                <a:spcPct val="115000"/>
              </a:lnSpc>
              <a:spcBef>
                <a:spcPts val="1333"/>
              </a:spcBef>
              <a:spcAft>
                <a:spcPts val="0"/>
              </a:spcAft>
              <a:buSzPts val="1800"/>
              <a:buChar char="◦"/>
              <a:defRPr sz="2400"/>
            </a:lvl7pPr>
            <a:lvl8pPr marL="3657600" lvl="7" indent="-342900" algn="l">
              <a:lnSpc>
                <a:spcPct val="115000"/>
              </a:lnSpc>
              <a:spcBef>
                <a:spcPts val="1333"/>
              </a:spcBef>
              <a:spcAft>
                <a:spcPts val="0"/>
              </a:spcAft>
              <a:buSzPts val="1800"/>
              <a:buChar char="◦"/>
              <a:defRPr sz="2400"/>
            </a:lvl8pPr>
            <a:lvl9pPr marL="4114800" lvl="8" indent="-342900" algn="l">
              <a:lnSpc>
                <a:spcPct val="115000"/>
              </a:lnSpc>
              <a:spcBef>
                <a:spcPts val="1333"/>
              </a:spcBef>
              <a:spcAft>
                <a:spcPts val="1333"/>
              </a:spcAft>
              <a:buSzPts val="1800"/>
              <a:buChar char="◦"/>
              <a:defRPr sz="2400"/>
            </a:lvl9pPr>
          </a:lstStyle>
          <a:p>
            <a:endParaRPr/>
          </a:p>
        </p:txBody>
      </p:sp>
      <p:sp>
        <p:nvSpPr>
          <p:cNvPr id="21" name="Google Shape;21;p34"/>
          <p:cNvSpPr txBox="1">
            <a:spLocks noGrp="1"/>
          </p:cNvSpPr>
          <p:nvPr>
            <p:ph type="sldNum" idx="12"/>
          </p:nvPr>
        </p:nvSpPr>
        <p:spPr>
          <a:xfrm>
            <a:off x="11307445" y="6333135"/>
            <a:ext cx="731600" cy="524800"/>
          </a:xfrm>
          <a:prstGeom prst="rect">
            <a:avLst/>
          </a:prstGeom>
          <a:noFill/>
          <a:ln>
            <a:noFill/>
          </a:ln>
        </p:spPr>
        <p:txBody>
          <a:bodyPr spcFirstLastPara="1" wrap="square" lIns="0" tIns="0" rIns="0" bIns="0" anchor="ctr" anchorCtr="0">
            <a:noAutofit/>
          </a:bodyPr>
          <a:lstStyle>
            <a:lvl1pPr marL="0" lvl="0" indent="0" algn="r">
              <a:buClr>
                <a:srgbClr val="B7B7B7"/>
              </a:buClr>
              <a:buSzPts val="1600"/>
              <a:buFont typeface="Montserrat Light"/>
              <a:buNone/>
              <a:defRPr sz="1600">
                <a:solidFill>
                  <a:srgbClr val="B7B7B7"/>
                </a:solidFill>
                <a:latin typeface="Montserrat Light"/>
                <a:ea typeface="Montserrat Light"/>
                <a:cs typeface="Montserrat Light"/>
                <a:sym typeface="Montserrat Light"/>
              </a:defRPr>
            </a:lvl1pPr>
            <a:lvl2pPr marL="0" lvl="1" indent="0" algn="r">
              <a:buClr>
                <a:srgbClr val="B7B7B7"/>
              </a:buClr>
              <a:buSzPts val="1600"/>
              <a:buFont typeface="Montserrat Light"/>
              <a:buNone/>
              <a:defRPr sz="1600">
                <a:solidFill>
                  <a:srgbClr val="B7B7B7"/>
                </a:solidFill>
                <a:latin typeface="Montserrat Light"/>
                <a:ea typeface="Montserrat Light"/>
                <a:cs typeface="Montserrat Light"/>
                <a:sym typeface="Montserrat Light"/>
              </a:defRPr>
            </a:lvl2pPr>
            <a:lvl3pPr marL="0" lvl="2" indent="0" algn="r">
              <a:buClr>
                <a:srgbClr val="B7B7B7"/>
              </a:buClr>
              <a:buSzPts val="1600"/>
              <a:buFont typeface="Montserrat Light"/>
              <a:buNone/>
              <a:defRPr sz="1600">
                <a:solidFill>
                  <a:srgbClr val="B7B7B7"/>
                </a:solidFill>
                <a:latin typeface="Montserrat Light"/>
                <a:ea typeface="Montserrat Light"/>
                <a:cs typeface="Montserrat Light"/>
                <a:sym typeface="Montserrat Light"/>
              </a:defRPr>
            </a:lvl3pPr>
            <a:lvl4pPr marL="0" lvl="3" indent="0" algn="r">
              <a:buClr>
                <a:srgbClr val="B7B7B7"/>
              </a:buClr>
              <a:buSzPts val="1600"/>
              <a:buFont typeface="Montserrat Light"/>
              <a:buNone/>
              <a:defRPr sz="1600">
                <a:solidFill>
                  <a:srgbClr val="B7B7B7"/>
                </a:solidFill>
                <a:latin typeface="Montserrat Light"/>
                <a:ea typeface="Montserrat Light"/>
                <a:cs typeface="Montserrat Light"/>
                <a:sym typeface="Montserrat Light"/>
              </a:defRPr>
            </a:lvl4pPr>
            <a:lvl5pPr marL="0" lvl="4" indent="0" algn="r">
              <a:buClr>
                <a:srgbClr val="B7B7B7"/>
              </a:buClr>
              <a:buSzPts val="1600"/>
              <a:buFont typeface="Montserrat Light"/>
              <a:buNone/>
              <a:defRPr sz="1600">
                <a:solidFill>
                  <a:srgbClr val="B7B7B7"/>
                </a:solidFill>
                <a:latin typeface="Montserrat Light"/>
                <a:ea typeface="Montserrat Light"/>
                <a:cs typeface="Montserrat Light"/>
                <a:sym typeface="Montserrat Light"/>
              </a:defRPr>
            </a:lvl5pPr>
            <a:lvl6pPr marL="0" lvl="5" indent="0" algn="r">
              <a:buClr>
                <a:srgbClr val="B7B7B7"/>
              </a:buClr>
              <a:buSzPts val="1600"/>
              <a:buFont typeface="Montserrat Light"/>
              <a:buNone/>
              <a:defRPr sz="1600">
                <a:solidFill>
                  <a:srgbClr val="B7B7B7"/>
                </a:solidFill>
                <a:latin typeface="Montserrat Light"/>
                <a:ea typeface="Montserrat Light"/>
                <a:cs typeface="Montserrat Light"/>
                <a:sym typeface="Montserrat Light"/>
              </a:defRPr>
            </a:lvl6pPr>
            <a:lvl7pPr marL="0" lvl="6" indent="0" algn="r">
              <a:buClr>
                <a:srgbClr val="B7B7B7"/>
              </a:buClr>
              <a:buSzPts val="1600"/>
              <a:buFont typeface="Montserrat Light"/>
              <a:buNone/>
              <a:defRPr sz="1600">
                <a:solidFill>
                  <a:srgbClr val="B7B7B7"/>
                </a:solidFill>
                <a:latin typeface="Montserrat Light"/>
                <a:ea typeface="Montserrat Light"/>
                <a:cs typeface="Montserrat Light"/>
                <a:sym typeface="Montserrat Light"/>
              </a:defRPr>
            </a:lvl7pPr>
            <a:lvl8pPr marL="0" lvl="7" indent="0" algn="r">
              <a:buClr>
                <a:srgbClr val="B7B7B7"/>
              </a:buClr>
              <a:buSzPts val="1600"/>
              <a:buFont typeface="Montserrat Light"/>
              <a:buNone/>
              <a:defRPr sz="1600">
                <a:solidFill>
                  <a:srgbClr val="B7B7B7"/>
                </a:solidFill>
                <a:latin typeface="Montserrat Light"/>
                <a:ea typeface="Montserrat Light"/>
                <a:cs typeface="Montserrat Light"/>
                <a:sym typeface="Montserrat Light"/>
              </a:defRPr>
            </a:lvl8pPr>
            <a:lvl9pPr marL="0" lvl="8" indent="0" algn="r">
              <a:buClr>
                <a:srgbClr val="B7B7B7"/>
              </a:buClr>
              <a:buSzPts val="1600"/>
              <a:buFont typeface="Montserrat Light"/>
              <a:buNone/>
              <a:defRPr sz="1600">
                <a:solidFill>
                  <a:srgbClr val="B7B7B7"/>
                </a:solidFill>
                <a:latin typeface="Montserrat Light"/>
                <a:ea typeface="Montserrat Light"/>
                <a:cs typeface="Montserrat Light"/>
                <a:sym typeface="Montserrat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3C78D8"/>
            </a:gs>
            <a:gs pos="100000">
              <a:srgbClr val="00FFFF"/>
            </a:gs>
          </a:gsLst>
          <a:lin ang="5400012" scaled="0"/>
        </a:gra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932000" y="1215600"/>
            <a:ext cx="2694400" cy="4436800"/>
          </a:xfrm>
          <a:prstGeom prst="rect">
            <a:avLst/>
          </a:prstGeom>
          <a:noFill/>
          <a:ln>
            <a:noFill/>
          </a:ln>
          <a:effectLst>
            <a:outerShdw blurRad="42863" dist="9525" dir="5400000" algn="bl" rotWithShape="0">
              <a:srgbClr val="000000">
                <a:alpha val="20000"/>
              </a:srgbClr>
            </a:outerShdw>
          </a:effectLst>
        </p:spPr>
        <p:txBody>
          <a:bodyPr spcFirstLastPara="1" wrap="square" lIns="0" tIns="0" rIns="0" bIns="0" anchor="ctr" anchorCtr="0">
            <a:noAutofit/>
          </a:bodyPr>
          <a:lstStyle>
            <a:lvl1pPr marR="0" lvl="0" algn="l" rtl="0">
              <a:lnSpc>
                <a:spcPct val="100000"/>
              </a:lnSpc>
              <a:spcBef>
                <a:spcPts val="0"/>
              </a:spcBef>
              <a:spcAft>
                <a:spcPts val="0"/>
              </a:spcAft>
              <a:buClr>
                <a:srgbClr val="FFFFFF"/>
              </a:buClr>
              <a:buSzPts val="2600"/>
              <a:buFont typeface="Montserrat ExtraBold"/>
              <a:buNone/>
              <a:defRPr sz="2600" b="0" i="0" u="none" strike="noStrike" cap="none">
                <a:solidFill>
                  <a:srgbClr val="FFFFFF"/>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rgbClr val="FFFFFF"/>
              </a:buClr>
              <a:buSzPts val="2600"/>
              <a:buFont typeface="Montserrat ExtraBold"/>
              <a:buNone/>
              <a:defRPr sz="2600" b="0" i="0" u="none" strike="noStrike" cap="none">
                <a:solidFill>
                  <a:srgbClr val="FFFFFF"/>
                </a:solidFill>
                <a:latin typeface="Montserrat ExtraBold"/>
                <a:ea typeface="Montserrat ExtraBold"/>
                <a:cs typeface="Montserrat ExtraBold"/>
                <a:sym typeface="Montserrat ExtraBold"/>
              </a:defRPr>
            </a:lvl2pPr>
            <a:lvl3pPr marR="0" lvl="2" algn="l" rtl="0">
              <a:lnSpc>
                <a:spcPct val="100000"/>
              </a:lnSpc>
              <a:spcBef>
                <a:spcPts val="0"/>
              </a:spcBef>
              <a:spcAft>
                <a:spcPts val="0"/>
              </a:spcAft>
              <a:buClr>
                <a:srgbClr val="FFFFFF"/>
              </a:buClr>
              <a:buSzPts val="2600"/>
              <a:buFont typeface="Montserrat ExtraBold"/>
              <a:buNone/>
              <a:defRPr sz="2600" b="0" i="0" u="none" strike="noStrike" cap="none">
                <a:solidFill>
                  <a:srgbClr val="FFFFFF"/>
                </a:solidFill>
                <a:latin typeface="Montserrat ExtraBold"/>
                <a:ea typeface="Montserrat ExtraBold"/>
                <a:cs typeface="Montserrat ExtraBold"/>
                <a:sym typeface="Montserrat ExtraBold"/>
              </a:defRPr>
            </a:lvl3pPr>
            <a:lvl4pPr marR="0" lvl="3" algn="l" rtl="0">
              <a:lnSpc>
                <a:spcPct val="100000"/>
              </a:lnSpc>
              <a:spcBef>
                <a:spcPts val="0"/>
              </a:spcBef>
              <a:spcAft>
                <a:spcPts val="0"/>
              </a:spcAft>
              <a:buClr>
                <a:srgbClr val="FFFFFF"/>
              </a:buClr>
              <a:buSzPts val="2600"/>
              <a:buFont typeface="Montserrat ExtraBold"/>
              <a:buNone/>
              <a:defRPr sz="2600" b="0" i="0" u="none" strike="noStrike" cap="none">
                <a:solidFill>
                  <a:srgbClr val="FFFFFF"/>
                </a:solidFill>
                <a:latin typeface="Montserrat ExtraBold"/>
                <a:ea typeface="Montserrat ExtraBold"/>
                <a:cs typeface="Montserrat ExtraBold"/>
                <a:sym typeface="Montserrat ExtraBold"/>
              </a:defRPr>
            </a:lvl4pPr>
            <a:lvl5pPr marR="0" lvl="4" algn="l" rtl="0">
              <a:lnSpc>
                <a:spcPct val="100000"/>
              </a:lnSpc>
              <a:spcBef>
                <a:spcPts val="0"/>
              </a:spcBef>
              <a:spcAft>
                <a:spcPts val="0"/>
              </a:spcAft>
              <a:buClr>
                <a:srgbClr val="FFFFFF"/>
              </a:buClr>
              <a:buSzPts val="2600"/>
              <a:buFont typeface="Montserrat ExtraBold"/>
              <a:buNone/>
              <a:defRPr sz="2600" b="0" i="0" u="none" strike="noStrike" cap="none">
                <a:solidFill>
                  <a:srgbClr val="FFFFFF"/>
                </a:solidFill>
                <a:latin typeface="Montserrat ExtraBold"/>
                <a:ea typeface="Montserrat ExtraBold"/>
                <a:cs typeface="Montserrat ExtraBold"/>
                <a:sym typeface="Montserrat ExtraBold"/>
              </a:defRPr>
            </a:lvl5pPr>
            <a:lvl6pPr marR="0" lvl="5" algn="l" rtl="0">
              <a:lnSpc>
                <a:spcPct val="100000"/>
              </a:lnSpc>
              <a:spcBef>
                <a:spcPts val="0"/>
              </a:spcBef>
              <a:spcAft>
                <a:spcPts val="0"/>
              </a:spcAft>
              <a:buClr>
                <a:srgbClr val="FFFFFF"/>
              </a:buClr>
              <a:buSzPts val="2600"/>
              <a:buFont typeface="Montserrat ExtraBold"/>
              <a:buNone/>
              <a:defRPr sz="2600" b="0" i="0" u="none" strike="noStrike" cap="none">
                <a:solidFill>
                  <a:srgbClr val="FFFFFF"/>
                </a:solidFill>
                <a:latin typeface="Montserrat ExtraBold"/>
                <a:ea typeface="Montserrat ExtraBold"/>
                <a:cs typeface="Montserrat ExtraBold"/>
                <a:sym typeface="Montserrat ExtraBold"/>
              </a:defRPr>
            </a:lvl6pPr>
            <a:lvl7pPr marR="0" lvl="6" algn="l" rtl="0">
              <a:lnSpc>
                <a:spcPct val="100000"/>
              </a:lnSpc>
              <a:spcBef>
                <a:spcPts val="0"/>
              </a:spcBef>
              <a:spcAft>
                <a:spcPts val="0"/>
              </a:spcAft>
              <a:buClr>
                <a:srgbClr val="FFFFFF"/>
              </a:buClr>
              <a:buSzPts val="2600"/>
              <a:buFont typeface="Montserrat ExtraBold"/>
              <a:buNone/>
              <a:defRPr sz="2600" b="0" i="0" u="none" strike="noStrike" cap="none">
                <a:solidFill>
                  <a:srgbClr val="FFFFFF"/>
                </a:solidFill>
                <a:latin typeface="Montserrat ExtraBold"/>
                <a:ea typeface="Montserrat ExtraBold"/>
                <a:cs typeface="Montserrat ExtraBold"/>
                <a:sym typeface="Montserrat ExtraBold"/>
              </a:defRPr>
            </a:lvl7pPr>
            <a:lvl8pPr marR="0" lvl="7" algn="l" rtl="0">
              <a:lnSpc>
                <a:spcPct val="100000"/>
              </a:lnSpc>
              <a:spcBef>
                <a:spcPts val="0"/>
              </a:spcBef>
              <a:spcAft>
                <a:spcPts val="0"/>
              </a:spcAft>
              <a:buClr>
                <a:srgbClr val="FFFFFF"/>
              </a:buClr>
              <a:buSzPts val="2600"/>
              <a:buFont typeface="Montserrat ExtraBold"/>
              <a:buNone/>
              <a:defRPr sz="2600" b="0" i="0" u="none" strike="noStrike" cap="none">
                <a:solidFill>
                  <a:srgbClr val="FFFFFF"/>
                </a:solidFill>
                <a:latin typeface="Montserrat ExtraBold"/>
                <a:ea typeface="Montserrat ExtraBold"/>
                <a:cs typeface="Montserrat ExtraBold"/>
                <a:sym typeface="Montserrat ExtraBold"/>
              </a:defRPr>
            </a:lvl8pPr>
            <a:lvl9pPr marR="0" lvl="8" algn="l" rtl="0">
              <a:lnSpc>
                <a:spcPct val="100000"/>
              </a:lnSpc>
              <a:spcBef>
                <a:spcPts val="0"/>
              </a:spcBef>
              <a:spcAft>
                <a:spcPts val="0"/>
              </a:spcAft>
              <a:buClr>
                <a:srgbClr val="FFFFFF"/>
              </a:buClr>
              <a:buSzPts val="2600"/>
              <a:buFont typeface="Montserrat ExtraBold"/>
              <a:buNone/>
              <a:defRPr sz="2600" b="0" i="0" u="none" strike="noStrike" cap="none">
                <a:solidFill>
                  <a:srgbClr val="FFFFFF"/>
                </a:solidFill>
                <a:latin typeface="Montserrat ExtraBold"/>
                <a:ea typeface="Montserrat ExtraBold"/>
                <a:cs typeface="Montserrat ExtraBold"/>
                <a:sym typeface="Montserrat ExtraBold"/>
              </a:defRPr>
            </a:lvl9pPr>
          </a:lstStyle>
          <a:p>
            <a:endParaRPr/>
          </a:p>
        </p:txBody>
      </p:sp>
      <p:sp>
        <p:nvSpPr>
          <p:cNvPr id="11" name="Google Shape;11;p32"/>
          <p:cNvSpPr txBox="1">
            <a:spLocks noGrp="1"/>
          </p:cNvSpPr>
          <p:nvPr>
            <p:ph type="body" idx="1"/>
          </p:nvPr>
        </p:nvSpPr>
        <p:spPr>
          <a:xfrm>
            <a:off x="5125767" y="1073768"/>
            <a:ext cx="6456800" cy="4730800"/>
          </a:xfrm>
          <a:prstGeom prst="rect">
            <a:avLst/>
          </a:prstGeom>
          <a:noFill/>
          <a:ln>
            <a:noFill/>
          </a:ln>
        </p:spPr>
        <p:txBody>
          <a:bodyPr spcFirstLastPara="1" wrap="square" lIns="0" tIns="0" rIns="0" bIns="0" anchor="ctr" anchorCtr="0">
            <a:noAutofit/>
          </a:bodyPr>
          <a:lstStyle>
            <a:lvl1pPr marL="457200" marR="0" lvl="0" indent="-368300" algn="l" rtl="0">
              <a:lnSpc>
                <a:spcPct val="115000"/>
              </a:lnSpc>
              <a:spcBef>
                <a:spcPts val="600"/>
              </a:spcBef>
              <a:spcAft>
                <a:spcPts val="0"/>
              </a:spcAft>
              <a:buClr>
                <a:srgbClr val="B7B7B7"/>
              </a:buClr>
              <a:buSzPts val="2200"/>
              <a:buFont typeface="Montserrat Light"/>
              <a:buChar char="◦"/>
              <a:defRPr sz="2200" b="0" i="0" u="none" strike="noStrike" cap="none">
                <a:solidFill>
                  <a:srgbClr val="666666"/>
                </a:solidFill>
                <a:latin typeface="Montserrat Light"/>
                <a:ea typeface="Montserrat Light"/>
                <a:cs typeface="Montserrat Light"/>
                <a:sym typeface="Montserrat Light"/>
              </a:defRPr>
            </a:lvl1pPr>
            <a:lvl2pPr marL="914400" marR="0" lvl="1" indent="-368300" algn="l" rtl="0">
              <a:lnSpc>
                <a:spcPct val="115000"/>
              </a:lnSpc>
              <a:spcBef>
                <a:spcPts val="1000"/>
              </a:spcBef>
              <a:spcAft>
                <a:spcPts val="0"/>
              </a:spcAft>
              <a:buClr>
                <a:srgbClr val="B7B7B7"/>
              </a:buClr>
              <a:buSzPts val="2200"/>
              <a:buFont typeface="Montserrat Light"/>
              <a:buChar char="◦"/>
              <a:defRPr sz="2200" b="0" i="0" u="none" strike="noStrike" cap="none">
                <a:solidFill>
                  <a:srgbClr val="666666"/>
                </a:solidFill>
                <a:latin typeface="Montserrat Light"/>
                <a:ea typeface="Montserrat Light"/>
                <a:cs typeface="Montserrat Light"/>
                <a:sym typeface="Montserrat Light"/>
              </a:defRPr>
            </a:lvl2pPr>
            <a:lvl3pPr marL="1371600" marR="0" lvl="2" indent="-368300" algn="l" rtl="0">
              <a:lnSpc>
                <a:spcPct val="115000"/>
              </a:lnSpc>
              <a:spcBef>
                <a:spcPts val="1000"/>
              </a:spcBef>
              <a:spcAft>
                <a:spcPts val="0"/>
              </a:spcAft>
              <a:buClr>
                <a:srgbClr val="B7B7B7"/>
              </a:buClr>
              <a:buSzPts val="2200"/>
              <a:buFont typeface="Montserrat Light"/>
              <a:buChar char="◦"/>
              <a:defRPr sz="2200" b="0" i="0" u="none" strike="noStrike" cap="none">
                <a:solidFill>
                  <a:srgbClr val="666666"/>
                </a:solidFill>
                <a:latin typeface="Montserrat Light"/>
                <a:ea typeface="Montserrat Light"/>
                <a:cs typeface="Montserrat Light"/>
                <a:sym typeface="Montserrat Light"/>
              </a:defRPr>
            </a:lvl3pPr>
            <a:lvl4pPr marL="1828800" marR="0" lvl="3" indent="-368300" algn="l" rtl="0">
              <a:lnSpc>
                <a:spcPct val="115000"/>
              </a:lnSpc>
              <a:spcBef>
                <a:spcPts val="1000"/>
              </a:spcBef>
              <a:spcAft>
                <a:spcPts val="0"/>
              </a:spcAft>
              <a:buClr>
                <a:srgbClr val="B7B7B7"/>
              </a:buClr>
              <a:buSzPts val="2200"/>
              <a:buFont typeface="Montserrat Light"/>
              <a:buChar char="◦"/>
              <a:defRPr sz="2200" b="0" i="0" u="none" strike="noStrike" cap="none">
                <a:solidFill>
                  <a:srgbClr val="666666"/>
                </a:solidFill>
                <a:latin typeface="Montserrat Light"/>
                <a:ea typeface="Montserrat Light"/>
                <a:cs typeface="Montserrat Light"/>
                <a:sym typeface="Montserrat Light"/>
              </a:defRPr>
            </a:lvl4pPr>
            <a:lvl5pPr marL="2286000" marR="0" lvl="4" indent="-368300" algn="l" rtl="0">
              <a:lnSpc>
                <a:spcPct val="115000"/>
              </a:lnSpc>
              <a:spcBef>
                <a:spcPts val="1000"/>
              </a:spcBef>
              <a:spcAft>
                <a:spcPts val="0"/>
              </a:spcAft>
              <a:buClr>
                <a:srgbClr val="B7B7B7"/>
              </a:buClr>
              <a:buSzPts val="2200"/>
              <a:buFont typeface="Montserrat Light"/>
              <a:buChar char="◦"/>
              <a:defRPr sz="2200" b="0" i="0" u="none" strike="noStrike" cap="none">
                <a:solidFill>
                  <a:srgbClr val="666666"/>
                </a:solidFill>
                <a:latin typeface="Montserrat Light"/>
                <a:ea typeface="Montserrat Light"/>
                <a:cs typeface="Montserrat Light"/>
                <a:sym typeface="Montserrat Light"/>
              </a:defRPr>
            </a:lvl5pPr>
            <a:lvl6pPr marL="2743200" marR="0" lvl="5" indent="-368300" algn="l" rtl="0">
              <a:lnSpc>
                <a:spcPct val="115000"/>
              </a:lnSpc>
              <a:spcBef>
                <a:spcPts val="1000"/>
              </a:spcBef>
              <a:spcAft>
                <a:spcPts val="0"/>
              </a:spcAft>
              <a:buClr>
                <a:srgbClr val="B7B7B7"/>
              </a:buClr>
              <a:buSzPts val="2200"/>
              <a:buFont typeface="Montserrat Light"/>
              <a:buChar char="◦"/>
              <a:defRPr sz="2200" b="0" i="0" u="none" strike="noStrike" cap="none">
                <a:solidFill>
                  <a:srgbClr val="666666"/>
                </a:solidFill>
                <a:latin typeface="Montserrat Light"/>
                <a:ea typeface="Montserrat Light"/>
                <a:cs typeface="Montserrat Light"/>
                <a:sym typeface="Montserrat Light"/>
              </a:defRPr>
            </a:lvl6pPr>
            <a:lvl7pPr marL="3200400" marR="0" lvl="6" indent="-368300" algn="l" rtl="0">
              <a:lnSpc>
                <a:spcPct val="115000"/>
              </a:lnSpc>
              <a:spcBef>
                <a:spcPts val="1000"/>
              </a:spcBef>
              <a:spcAft>
                <a:spcPts val="0"/>
              </a:spcAft>
              <a:buClr>
                <a:srgbClr val="B7B7B7"/>
              </a:buClr>
              <a:buSzPts val="2200"/>
              <a:buFont typeface="Montserrat Light"/>
              <a:buChar char="◦"/>
              <a:defRPr sz="2200" b="0" i="0" u="none" strike="noStrike" cap="none">
                <a:solidFill>
                  <a:srgbClr val="666666"/>
                </a:solidFill>
                <a:latin typeface="Montserrat Light"/>
                <a:ea typeface="Montserrat Light"/>
                <a:cs typeface="Montserrat Light"/>
                <a:sym typeface="Montserrat Light"/>
              </a:defRPr>
            </a:lvl7pPr>
            <a:lvl8pPr marL="3657600" marR="0" lvl="7" indent="-368300" algn="l" rtl="0">
              <a:lnSpc>
                <a:spcPct val="115000"/>
              </a:lnSpc>
              <a:spcBef>
                <a:spcPts val="1000"/>
              </a:spcBef>
              <a:spcAft>
                <a:spcPts val="0"/>
              </a:spcAft>
              <a:buClr>
                <a:srgbClr val="B7B7B7"/>
              </a:buClr>
              <a:buSzPts val="2200"/>
              <a:buFont typeface="Montserrat Light"/>
              <a:buChar char="◦"/>
              <a:defRPr sz="2200" b="0" i="0" u="none" strike="noStrike" cap="none">
                <a:solidFill>
                  <a:srgbClr val="666666"/>
                </a:solidFill>
                <a:latin typeface="Montserrat Light"/>
                <a:ea typeface="Montserrat Light"/>
                <a:cs typeface="Montserrat Light"/>
                <a:sym typeface="Montserrat Light"/>
              </a:defRPr>
            </a:lvl8pPr>
            <a:lvl9pPr marL="4114800" marR="0" lvl="8" indent="-368300" algn="l" rtl="0">
              <a:lnSpc>
                <a:spcPct val="115000"/>
              </a:lnSpc>
              <a:spcBef>
                <a:spcPts val="1000"/>
              </a:spcBef>
              <a:spcAft>
                <a:spcPts val="1000"/>
              </a:spcAft>
              <a:buClr>
                <a:srgbClr val="B7B7B7"/>
              </a:buClr>
              <a:buSzPts val="2200"/>
              <a:buFont typeface="Montserrat Light"/>
              <a:buChar char="◦"/>
              <a:defRPr sz="2200" b="0" i="0" u="none" strike="noStrike" cap="none">
                <a:solidFill>
                  <a:srgbClr val="666666"/>
                </a:solidFill>
                <a:latin typeface="Montserrat Light"/>
                <a:ea typeface="Montserrat Light"/>
                <a:cs typeface="Montserrat Light"/>
                <a:sym typeface="Montserrat Light"/>
              </a:defRPr>
            </a:lvl9pPr>
          </a:lstStyle>
          <a:p>
            <a:endParaRPr/>
          </a:p>
        </p:txBody>
      </p:sp>
      <p:sp>
        <p:nvSpPr>
          <p:cNvPr id="12" name="Google Shape;12;p32"/>
          <p:cNvSpPr txBox="1">
            <a:spLocks noGrp="1"/>
          </p:cNvSpPr>
          <p:nvPr>
            <p:ph type="sldNum" idx="12"/>
          </p:nvPr>
        </p:nvSpPr>
        <p:spPr>
          <a:xfrm>
            <a:off x="11307445" y="6333135"/>
            <a:ext cx="731600" cy="524800"/>
          </a:xfrm>
          <a:prstGeom prst="rect">
            <a:avLst/>
          </a:prstGeom>
          <a:noFill/>
          <a:ln>
            <a:noFill/>
          </a:ln>
        </p:spPr>
        <p:txBody>
          <a:bodyPr spcFirstLastPara="1" wrap="square" lIns="0" tIns="0" rIns="0" bIns="0" anchor="ctr" anchorCtr="0">
            <a:noAutofit/>
          </a:bodyPr>
          <a:lstStyle>
            <a:lvl1pPr marL="0" marR="0" lvl="0" indent="0" algn="r" rtl="0">
              <a:buClr>
                <a:srgbClr val="B7B7B7"/>
              </a:buClr>
              <a:buSzPts val="1600"/>
              <a:buFont typeface="Montserrat Light"/>
              <a:buNone/>
              <a:defRPr sz="1600" b="0" i="0" u="none" strike="noStrike" cap="none">
                <a:solidFill>
                  <a:srgbClr val="B7B7B7"/>
                </a:solidFill>
                <a:latin typeface="Montserrat Light"/>
                <a:ea typeface="Montserrat Light"/>
                <a:cs typeface="Montserrat Light"/>
                <a:sym typeface="Montserrat Light"/>
              </a:defRPr>
            </a:lvl1pPr>
            <a:lvl2pPr marL="0" marR="0" lvl="1" indent="0" algn="r" rtl="0">
              <a:buClr>
                <a:srgbClr val="B7B7B7"/>
              </a:buClr>
              <a:buSzPts val="1600"/>
              <a:buFont typeface="Montserrat Light"/>
              <a:buNone/>
              <a:defRPr sz="1600" b="0" i="0" u="none" strike="noStrike" cap="none">
                <a:solidFill>
                  <a:srgbClr val="B7B7B7"/>
                </a:solidFill>
                <a:latin typeface="Montserrat Light"/>
                <a:ea typeface="Montserrat Light"/>
                <a:cs typeface="Montserrat Light"/>
                <a:sym typeface="Montserrat Light"/>
              </a:defRPr>
            </a:lvl2pPr>
            <a:lvl3pPr marL="0" marR="0" lvl="2" indent="0" algn="r" rtl="0">
              <a:buClr>
                <a:srgbClr val="B7B7B7"/>
              </a:buClr>
              <a:buSzPts val="1600"/>
              <a:buFont typeface="Montserrat Light"/>
              <a:buNone/>
              <a:defRPr sz="1600" b="0" i="0" u="none" strike="noStrike" cap="none">
                <a:solidFill>
                  <a:srgbClr val="B7B7B7"/>
                </a:solidFill>
                <a:latin typeface="Montserrat Light"/>
                <a:ea typeface="Montserrat Light"/>
                <a:cs typeface="Montserrat Light"/>
                <a:sym typeface="Montserrat Light"/>
              </a:defRPr>
            </a:lvl3pPr>
            <a:lvl4pPr marL="0" marR="0" lvl="3" indent="0" algn="r" rtl="0">
              <a:buClr>
                <a:srgbClr val="B7B7B7"/>
              </a:buClr>
              <a:buSzPts val="1600"/>
              <a:buFont typeface="Montserrat Light"/>
              <a:buNone/>
              <a:defRPr sz="1600" b="0" i="0" u="none" strike="noStrike" cap="none">
                <a:solidFill>
                  <a:srgbClr val="B7B7B7"/>
                </a:solidFill>
                <a:latin typeface="Montserrat Light"/>
                <a:ea typeface="Montserrat Light"/>
                <a:cs typeface="Montserrat Light"/>
                <a:sym typeface="Montserrat Light"/>
              </a:defRPr>
            </a:lvl4pPr>
            <a:lvl5pPr marL="0" marR="0" lvl="4" indent="0" algn="r" rtl="0">
              <a:buClr>
                <a:srgbClr val="B7B7B7"/>
              </a:buClr>
              <a:buSzPts val="1600"/>
              <a:buFont typeface="Montserrat Light"/>
              <a:buNone/>
              <a:defRPr sz="1600" b="0" i="0" u="none" strike="noStrike" cap="none">
                <a:solidFill>
                  <a:srgbClr val="B7B7B7"/>
                </a:solidFill>
                <a:latin typeface="Montserrat Light"/>
                <a:ea typeface="Montserrat Light"/>
                <a:cs typeface="Montserrat Light"/>
                <a:sym typeface="Montserrat Light"/>
              </a:defRPr>
            </a:lvl5pPr>
            <a:lvl6pPr marL="0" marR="0" lvl="5" indent="0" algn="r" rtl="0">
              <a:buClr>
                <a:srgbClr val="B7B7B7"/>
              </a:buClr>
              <a:buSzPts val="1600"/>
              <a:buFont typeface="Montserrat Light"/>
              <a:buNone/>
              <a:defRPr sz="1600" b="0" i="0" u="none" strike="noStrike" cap="none">
                <a:solidFill>
                  <a:srgbClr val="B7B7B7"/>
                </a:solidFill>
                <a:latin typeface="Montserrat Light"/>
                <a:ea typeface="Montserrat Light"/>
                <a:cs typeface="Montserrat Light"/>
                <a:sym typeface="Montserrat Light"/>
              </a:defRPr>
            </a:lvl6pPr>
            <a:lvl7pPr marL="0" marR="0" lvl="6" indent="0" algn="r" rtl="0">
              <a:buClr>
                <a:srgbClr val="B7B7B7"/>
              </a:buClr>
              <a:buSzPts val="1600"/>
              <a:buFont typeface="Montserrat Light"/>
              <a:buNone/>
              <a:defRPr sz="1600" b="0" i="0" u="none" strike="noStrike" cap="none">
                <a:solidFill>
                  <a:srgbClr val="B7B7B7"/>
                </a:solidFill>
                <a:latin typeface="Montserrat Light"/>
                <a:ea typeface="Montserrat Light"/>
                <a:cs typeface="Montserrat Light"/>
                <a:sym typeface="Montserrat Light"/>
              </a:defRPr>
            </a:lvl7pPr>
            <a:lvl8pPr marL="0" marR="0" lvl="7" indent="0" algn="r" rtl="0">
              <a:buClr>
                <a:srgbClr val="B7B7B7"/>
              </a:buClr>
              <a:buSzPts val="1600"/>
              <a:buFont typeface="Montserrat Light"/>
              <a:buNone/>
              <a:defRPr sz="1600" b="0" i="0" u="none" strike="noStrike" cap="none">
                <a:solidFill>
                  <a:srgbClr val="B7B7B7"/>
                </a:solidFill>
                <a:latin typeface="Montserrat Light"/>
                <a:ea typeface="Montserrat Light"/>
                <a:cs typeface="Montserrat Light"/>
                <a:sym typeface="Montserrat Light"/>
              </a:defRPr>
            </a:lvl8pPr>
            <a:lvl9pPr marL="0" marR="0" lvl="8" indent="0" algn="r" rtl="0">
              <a:buClr>
                <a:srgbClr val="B7B7B7"/>
              </a:buClr>
              <a:buSzPts val="1600"/>
              <a:buFont typeface="Montserrat Light"/>
              <a:buNone/>
              <a:defRPr sz="1600" b="0" i="0" u="none" strike="noStrike" cap="none">
                <a:solidFill>
                  <a:srgbClr val="B7B7B7"/>
                </a:solidFill>
                <a:latin typeface="Montserrat Light"/>
                <a:ea typeface="Montserrat Light"/>
                <a:cs typeface="Montserrat Light"/>
                <a:sym typeface="Montserrat Light"/>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13.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5.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7.jpg"/><Relationship Id="rId7" Type="http://schemas.openxmlformats.org/officeDocument/2006/relationships/image" Target="../media/image20.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png"/><Relationship Id="rId9" Type="http://schemas.openxmlformats.org/officeDocument/2006/relationships/image" Target="../media/image22.jpg"/></Relationships>
</file>

<file path=ppt/slides/_rels/slide6.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image" Target="../media/image7.jpg"/><Relationship Id="rId7" Type="http://schemas.openxmlformats.org/officeDocument/2006/relationships/image" Target="../media/image26.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jp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7" Type="http://schemas.openxmlformats.org/officeDocument/2006/relationships/image" Target="../media/image31.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jpg"/><Relationship Id="rId5" Type="http://schemas.openxmlformats.org/officeDocument/2006/relationships/image" Target="../media/image29.jpg"/><Relationship Id="rId4" Type="http://schemas.openxmlformats.org/officeDocument/2006/relationships/image" Target="../media/image28.jp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7.jpg"/><Relationship Id="rId7" Type="http://schemas.openxmlformats.org/officeDocument/2006/relationships/image" Target="../media/image35.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4.jpg"/><Relationship Id="rId11" Type="http://schemas.openxmlformats.org/officeDocument/2006/relationships/image" Target="../media/image39.jpg"/><Relationship Id="rId5" Type="http://schemas.openxmlformats.org/officeDocument/2006/relationships/image" Target="../media/image33.png"/><Relationship Id="rId10" Type="http://schemas.openxmlformats.org/officeDocument/2006/relationships/image" Target="../media/image38.jpg"/><Relationship Id="rId4" Type="http://schemas.openxmlformats.org/officeDocument/2006/relationships/image" Target="../media/image32.png"/><Relationship Id="rId9" Type="http://schemas.openxmlformats.org/officeDocument/2006/relationships/image" Target="../media/image37.jp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311"/>
        <p:cNvGrpSpPr/>
        <p:nvPr/>
      </p:nvGrpSpPr>
      <p:grpSpPr>
        <a:xfrm>
          <a:off x="0" y="0"/>
          <a:ext cx="0" cy="0"/>
          <a:chOff x="0" y="0"/>
          <a:chExt cx="0" cy="0"/>
        </a:xfrm>
      </p:grpSpPr>
      <p:sp>
        <p:nvSpPr>
          <p:cNvPr id="312" name="Google Shape;312;p15"/>
          <p:cNvSpPr txBox="1"/>
          <p:nvPr/>
        </p:nvSpPr>
        <p:spPr>
          <a:xfrm>
            <a:off x="218844" y="2076277"/>
            <a:ext cx="8099043"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Kanit"/>
              <a:buNone/>
            </a:pPr>
            <a:r>
              <a:rPr lang="en-US" sz="4000">
                <a:solidFill>
                  <a:srgbClr val="000000"/>
                </a:solidFill>
                <a:latin typeface="Kanit"/>
                <a:ea typeface="Kanit"/>
                <a:cs typeface="Kanit"/>
                <a:sym typeface="Kanit"/>
              </a:rPr>
              <a:t>H</a:t>
            </a:r>
            <a:r>
              <a:rPr lang="en-US" sz="4000" b="0" i="0" u="none" strike="noStrike" cap="none">
                <a:solidFill>
                  <a:srgbClr val="000000"/>
                </a:solidFill>
                <a:latin typeface="Kanit"/>
                <a:ea typeface="Kanit"/>
                <a:cs typeface="Kanit"/>
                <a:sym typeface="Kanit"/>
              </a:rPr>
              <a:t>ow to check your KUBOTA diesel engine ZT Plus before operation</a:t>
            </a:r>
            <a:endParaRPr sz="4000" b="0" i="0" u="none" strike="noStrike" cap="none">
              <a:solidFill>
                <a:srgbClr val="000000"/>
              </a:solidFill>
              <a:latin typeface="Kanit"/>
              <a:ea typeface="Kanit"/>
              <a:cs typeface="Kanit"/>
              <a:sym typeface="Kanit"/>
            </a:endParaRPr>
          </a:p>
        </p:txBody>
      </p:sp>
      <p:pic>
        <p:nvPicPr>
          <p:cNvPr id="313" name="Google Shape;313;p15" descr="A close-up of a machine&#10;&#10;Description automatically generated with low confidence"/>
          <p:cNvPicPr preferRelativeResize="0"/>
          <p:nvPr/>
        </p:nvPicPr>
        <p:blipFill rotWithShape="1">
          <a:blip r:embed="rId4">
            <a:alphaModFix/>
          </a:blip>
          <a:srcRect/>
          <a:stretch/>
        </p:blipFill>
        <p:spPr>
          <a:xfrm>
            <a:off x="4556411" y="3135127"/>
            <a:ext cx="4545386" cy="3788579"/>
          </a:xfrm>
          <a:prstGeom prst="rect">
            <a:avLst/>
          </a:prstGeom>
          <a:noFill/>
          <a:ln>
            <a:noFill/>
          </a:ln>
        </p:spPr>
      </p:pic>
      <p:pic>
        <p:nvPicPr>
          <p:cNvPr id="314" name="Google Shape;314;p15" descr="A picture containing orange, watch&#10;&#10;Description automatically generated"/>
          <p:cNvPicPr preferRelativeResize="0"/>
          <p:nvPr/>
        </p:nvPicPr>
        <p:blipFill rotWithShape="1">
          <a:blip r:embed="rId5">
            <a:alphaModFix/>
          </a:blip>
          <a:srcRect/>
          <a:stretch/>
        </p:blipFill>
        <p:spPr>
          <a:xfrm>
            <a:off x="7923635" y="2846174"/>
            <a:ext cx="3691589" cy="3076324"/>
          </a:xfrm>
          <a:prstGeom prst="rect">
            <a:avLst/>
          </a:prstGeom>
          <a:noFill/>
          <a:ln>
            <a:noFill/>
          </a:ln>
        </p:spPr>
      </p:pic>
      <p:pic>
        <p:nvPicPr>
          <p:cNvPr id="315" name="Google Shape;315;p15"/>
          <p:cNvPicPr preferRelativeResize="0"/>
          <p:nvPr/>
        </p:nvPicPr>
        <p:blipFill rotWithShape="1">
          <a:blip r:embed="rId6">
            <a:alphaModFix/>
          </a:blip>
          <a:srcRect/>
          <a:stretch/>
        </p:blipFill>
        <p:spPr>
          <a:xfrm>
            <a:off x="8297909" y="1819253"/>
            <a:ext cx="2120380" cy="15282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319"/>
        <p:cNvGrpSpPr/>
        <p:nvPr/>
      </p:nvGrpSpPr>
      <p:grpSpPr>
        <a:xfrm>
          <a:off x="0" y="0"/>
          <a:ext cx="0" cy="0"/>
          <a:chOff x="0" y="0"/>
          <a:chExt cx="0" cy="0"/>
        </a:xfrm>
      </p:grpSpPr>
      <p:sp>
        <p:nvSpPr>
          <p:cNvPr id="320" name="Google Shape;320;p16"/>
          <p:cNvSpPr txBox="1"/>
          <p:nvPr/>
        </p:nvSpPr>
        <p:spPr>
          <a:xfrm>
            <a:off x="330639" y="330364"/>
            <a:ext cx="8956235"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Kanit"/>
              <a:buNone/>
            </a:pPr>
            <a:r>
              <a:rPr lang="en-US" sz="3200" b="0" i="0" u="none" strike="noStrike" cap="none">
                <a:solidFill>
                  <a:srgbClr val="000000"/>
                </a:solidFill>
                <a:latin typeface="Kanit"/>
                <a:ea typeface="Kanit"/>
                <a:cs typeface="Kanit"/>
                <a:sym typeface="Kanit"/>
              </a:rPr>
              <a:t>Points to check before operate KUBOTA engine</a:t>
            </a:r>
            <a:endParaRPr sz="3200" b="0" i="0" u="none" strike="noStrike" cap="none">
              <a:solidFill>
                <a:srgbClr val="000000"/>
              </a:solidFill>
              <a:latin typeface="Kanit"/>
              <a:ea typeface="Kanit"/>
              <a:cs typeface="Kanit"/>
              <a:sym typeface="Kanit"/>
            </a:endParaRPr>
          </a:p>
        </p:txBody>
      </p:sp>
      <p:pic>
        <p:nvPicPr>
          <p:cNvPr id="321" name="Google Shape;321;p16" descr="A picture containing text, clipart&#10;&#10;Description automatically generated"/>
          <p:cNvPicPr preferRelativeResize="0"/>
          <p:nvPr/>
        </p:nvPicPr>
        <p:blipFill rotWithShape="1">
          <a:blip r:embed="rId4">
            <a:alphaModFix/>
          </a:blip>
          <a:srcRect/>
          <a:stretch/>
        </p:blipFill>
        <p:spPr>
          <a:xfrm>
            <a:off x="9124950" y="403512"/>
            <a:ext cx="2736410" cy="469077"/>
          </a:xfrm>
          <a:prstGeom prst="rect">
            <a:avLst/>
          </a:prstGeom>
          <a:noFill/>
          <a:ln>
            <a:noFill/>
          </a:ln>
        </p:spPr>
      </p:pic>
      <p:pic>
        <p:nvPicPr>
          <p:cNvPr id="322" name="Google Shape;322;p16" descr="An orange and white machine&#10;&#10;Description automatically generated with low confidence"/>
          <p:cNvPicPr preferRelativeResize="0"/>
          <p:nvPr/>
        </p:nvPicPr>
        <p:blipFill rotWithShape="1">
          <a:blip r:embed="rId5">
            <a:alphaModFix/>
          </a:blip>
          <a:srcRect l="11875" t="15283" r="12593" b="9180"/>
          <a:stretch/>
        </p:blipFill>
        <p:spPr>
          <a:xfrm>
            <a:off x="163434" y="2542770"/>
            <a:ext cx="4049392" cy="3374143"/>
          </a:xfrm>
          <a:prstGeom prst="rect">
            <a:avLst/>
          </a:prstGeom>
          <a:noFill/>
          <a:ln>
            <a:noFill/>
          </a:ln>
        </p:spPr>
      </p:pic>
      <p:sp>
        <p:nvSpPr>
          <p:cNvPr id="323" name="Google Shape;323;p16"/>
          <p:cNvSpPr txBox="1"/>
          <p:nvPr/>
        </p:nvSpPr>
        <p:spPr>
          <a:xfrm>
            <a:off x="4456231" y="1443943"/>
            <a:ext cx="6773743"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6000" b="1">
                <a:solidFill>
                  <a:srgbClr val="0070C0"/>
                </a:solidFill>
                <a:latin typeface="Kanit"/>
                <a:ea typeface="Kanit"/>
                <a:cs typeface="Kanit"/>
                <a:sym typeface="Kanit"/>
              </a:rPr>
              <a:t>5 Key Points</a:t>
            </a:r>
            <a:endParaRPr sz="6000" b="1">
              <a:solidFill>
                <a:srgbClr val="0070C0"/>
              </a:solidFill>
              <a:latin typeface="Kanit"/>
              <a:ea typeface="Kanit"/>
              <a:cs typeface="Kanit"/>
              <a:sym typeface="Kanit"/>
            </a:endParaRPr>
          </a:p>
        </p:txBody>
      </p:sp>
      <p:sp>
        <p:nvSpPr>
          <p:cNvPr id="324" name="Google Shape;324;p16"/>
          <p:cNvSpPr txBox="1"/>
          <p:nvPr/>
        </p:nvSpPr>
        <p:spPr>
          <a:xfrm>
            <a:off x="4494332" y="2519777"/>
            <a:ext cx="7192843" cy="28623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Kanit"/>
              <a:buNone/>
            </a:pPr>
            <a:r>
              <a:rPr lang="en-US" sz="3600" b="0" i="0" u="none" strike="noStrike" cap="none">
                <a:solidFill>
                  <a:srgbClr val="000000"/>
                </a:solidFill>
                <a:latin typeface="Kanit"/>
                <a:ea typeface="Kanit"/>
                <a:cs typeface="Kanit"/>
                <a:sym typeface="Kanit"/>
              </a:rPr>
              <a:t>1) the air filter</a:t>
            </a:r>
            <a:endParaRPr/>
          </a:p>
          <a:p>
            <a:pPr marL="0" marR="0" lvl="0" indent="0" algn="l" rtl="0">
              <a:lnSpc>
                <a:spcPct val="100000"/>
              </a:lnSpc>
              <a:spcBef>
                <a:spcPts val="0"/>
              </a:spcBef>
              <a:spcAft>
                <a:spcPts val="0"/>
              </a:spcAft>
              <a:buClr>
                <a:srgbClr val="000000"/>
              </a:buClr>
              <a:buSzPts val="3600"/>
              <a:buFont typeface="Kanit"/>
              <a:buNone/>
            </a:pPr>
            <a:r>
              <a:rPr lang="en-US" sz="3600" b="0" i="0" u="none" strike="noStrike" cap="none">
                <a:solidFill>
                  <a:srgbClr val="000000"/>
                </a:solidFill>
                <a:latin typeface="Kanit"/>
                <a:ea typeface="Kanit"/>
                <a:cs typeface="Kanit"/>
                <a:sym typeface="Kanit"/>
              </a:rPr>
              <a:t>2) the fuel system</a:t>
            </a:r>
            <a:endParaRPr/>
          </a:p>
          <a:p>
            <a:pPr marL="0" marR="0" lvl="0" indent="0" algn="l" rtl="0">
              <a:lnSpc>
                <a:spcPct val="100000"/>
              </a:lnSpc>
              <a:spcBef>
                <a:spcPts val="0"/>
              </a:spcBef>
              <a:spcAft>
                <a:spcPts val="0"/>
              </a:spcAft>
              <a:buClr>
                <a:srgbClr val="000000"/>
              </a:buClr>
              <a:buSzPts val="3600"/>
              <a:buFont typeface="Kanit"/>
              <a:buNone/>
            </a:pPr>
            <a:r>
              <a:rPr lang="en-US" sz="3600" b="0" i="0" u="none" strike="noStrike" cap="none">
                <a:solidFill>
                  <a:srgbClr val="000000"/>
                </a:solidFill>
                <a:latin typeface="Kanit"/>
                <a:ea typeface="Kanit"/>
                <a:cs typeface="Kanit"/>
                <a:sym typeface="Kanit"/>
              </a:rPr>
              <a:t>3) the engine oil</a:t>
            </a:r>
            <a:endParaRPr/>
          </a:p>
          <a:p>
            <a:pPr marL="0" marR="0" lvl="0" indent="0" algn="l" rtl="0">
              <a:lnSpc>
                <a:spcPct val="100000"/>
              </a:lnSpc>
              <a:spcBef>
                <a:spcPts val="0"/>
              </a:spcBef>
              <a:spcAft>
                <a:spcPts val="0"/>
              </a:spcAft>
              <a:buClr>
                <a:srgbClr val="000000"/>
              </a:buClr>
              <a:buSzPts val="3600"/>
              <a:buFont typeface="Kanit"/>
              <a:buNone/>
            </a:pPr>
            <a:r>
              <a:rPr lang="en-US" sz="3600" b="0" i="0" u="none" strike="noStrike" cap="none">
                <a:solidFill>
                  <a:srgbClr val="000000"/>
                </a:solidFill>
                <a:latin typeface="Kanit"/>
                <a:ea typeface="Kanit"/>
                <a:cs typeface="Kanit"/>
                <a:sym typeface="Kanit"/>
              </a:rPr>
              <a:t>4) the cooling water system</a:t>
            </a:r>
            <a:endParaRPr/>
          </a:p>
          <a:p>
            <a:pPr marL="0" marR="0" lvl="0" indent="0" algn="l" rtl="0">
              <a:lnSpc>
                <a:spcPct val="100000"/>
              </a:lnSpc>
              <a:spcBef>
                <a:spcPts val="0"/>
              </a:spcBef>
              <a:spcAft>
                <a:spcPts val="0"/>
              </a:spcAft>
              <a:buClr>
                <a:srgbClr val="000000"/>
              </a:buClr>
              <a:buSzPts val="3600"/>
              <a:buFont typeface="Kanit"/>
              <a:buNone/>
            </a:pPr>
            <a:r>
              <a:rPr lang="en-US" sz="3600" b="0" i="0" u="none" strike="noStrike" cap="none">
                <a:solidFill>
                  <a:srgbClr val="000000"/>
                </a:solidFill>
                <a:latin typeface="Kanit"/>
                <a:ea typeface="Kanit"/>
                <a:cs typeface="Kanit"/>
                <a:sym typeface="Kanit"/>
              </a:rPr>
              <a:t>5) the fan belt</a:t>
            </a:r>
            <a:endParaRPr sz="3600" b="0" i="0" u="none" strike="noStrike" cap="none">
              <a:solidFill>
                <a:srgbClr val="000000"/>
              </a:solidFill>
              <a:latin typeface="Kanit"/>
              <a:ea typeface="Kanit"/>
              <a:cs typeface="Kanit"/>
              <a:sym typeface="Kani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328"/>
        <p:cNvGrpSpPr/>
        <p:nvPr/>
      </p:nvGrpSpPr>
      <p:grpSpPr>
        <a:xfrm>
          <a:off x="0" y="0"/>
          <a:ext cx="0" cy="0"/>
          <a:chOff x="0" y="0"/>
          <a:chExt cx="0" cy="0"/>
        </a:xfrm>
      </p:grpSpPr>
      <p:sp>
        <p:nvSpPr>
          <p:cNvPr id="329" name="Google Shape;329;p17"/>
          <p:cNvSpPr txBox="1"/>
          <p:nvPr/>
        </p:nvSpPr>
        <p:spPr>
          <a:xfrm>
            <a:off x="330640" y="330364"/>
            <a:ext cx="866096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Kanit"/>
              <a:buNone/>
            </a:pPr>
            <a:r>
              <a:rPr lang="en-US" sz="3200" b="0" i="0" u="none" strike="noStrike" cap="none">
                <a:solidFill>
                  <a:srgbClr val="000000"/>
                </a:solidFill>
                <a:latin typeface="Kanit"/>
                <a:ea typeface="Kanit"/>
                <a:cs typeface="Kanit"/>
                <a:sym typeface="Kanit"/>
              </a:rPr>
              <a:t>1. How to check the air filter</a:t>
            </a:r>
            <a:endParaRPr sz="3200" b="0" i="0" u="none" strike="noStrike" cap="none">
              <a:solidFill>
                <a:srgbClr val="000000"/>
              </a:solidFill>
              <a:latin typeface="Kanit"/>
              <a:ea typeface="Kanit"/>
              <a:cs typeface="Kanit"/>
              <a:sym typeface="Kanit"/>
            </a:endParaRPr>
          </a:p>
        </p:txBody>
      </p:sp>
      <p:sp>
        <p:nvSpPr>
          <p:cNvPr id="330" name="Google Shape;330;p17"/>
          <p:cNvSpPr txBox="1"/>
          <p:nvPr/>
        </p:nvSpPr>
        <p:spPr>
          <a:xfrm>
            <a:off x="537503" y="1303023"/>
            <a:ext cx="11335629"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070C0"/>
                </a:solidFill>
                <a:latin typeface="Kanit"/>
                <a:ea typeface="Kanit"/>
                <a:cs typeface="Kanit"/>
                <a:sym typeface="Kanit"/>
              </a:rPr>
              <a:t>Air filter : </a:t>
            </a:r>
            <a:br>
              <a:rPr lang="en-US" sz="2800" b="1">
                <a:solidFill>
                  <a:srgbClr val="0070C0"/>
                </a:solidFill>
                <a:latin typeface="Kanit"/>
                <a:ea typeface="Kanit"/>
                <a:cs typeface="Kanit"/>
                <a:sym typeface="Kanit"/>
              </a:rPr>
            </a:br>
            <a:r>
              <a:rPr lang="en-US" sz="2000">
                <a:solidFill>
                  <a:schemeClr val="dk1"/>
                </a:solidFill>
                <a:latin typeface="Kanit"/>
                <a:ea typeface="Kanit"/>
                <a:cs typeface="Kanit"/>
                <a:sym typeface="Kanit"/>
              </a:rPr>
              <a:t>Filters dust in the air from entering the engine to protect the internal parts from wear</a:t>
            </a:r>
            <a:endParaRPr sz="2000">
              <a:solidFill>
                <a:schemeClr val="dk1"/>
              </a:solidFill>
              <a:latin typeface="Kanit"/>
              <a:ea typeface="Kanit"/>
              <a:cs typeface="Kanit"/>
              <a:sym typeface="Kanit"/>
            </a:endParaRPr>
          </a:p>
        </p:txBody>
      </p:sp>
      <p:sp>
        <p:nvSpPr>
          <p:cNvPr id="331" name="Google Shape;331;p17"/>
          <p:cNvSpPr txBox="1"/>
          <p:nvPr/>
        </p:nvSpPr>
        <p:spPr>
          <a:xfrm>
            <a:off x="537503" y="2868232"/>
            <a:ext cx="10840789"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Kanit"/>
                <a:ea typeface="Kanit"/>
                <a:cs typeface="Kanit"/>
                <a:sym typeface="Kanit"/>
              </a:rPr>
              <a:t>1) Fill the engine oil into filter pot</a:t>
            </a:r>
            <a:endParaRPr dirty="0"/>
          </a:p>
          <a:p>
            <a:pPr marL="0" marR="0" lvl="0" indent="0" algn="l" rtl="0">
              <a:spcBef>
                <a:spcPts val="0"/>
              </a:spcBef>
              <a:spcAft>
                <a:spcPts val="0"/>
              </a:spcAft>
              <a:buNone/>
            </a:pPr>
            <a:r>
              <a:rPr lang="en-US" sz="1800" dirty="0">
                <a:solidFill>
                  <a:schemeClr val="dk1"/>
                </a:solidFill>
                <a:latin typeface="Kanit"/>
                <a:ea typeface="Kanit"/>
                <a:cs typeface="Kanit"/>
                <a:sym typeface="Kanit"/>
              </a:rPr>
              <a:t>2) For suitable engine oil level. Please notice a mark indicating the level of engine oil.</a:t>
            </a:r>
            <a:endParaRPr dirty="0"/>
          </a:p>
          <a:p>
            <a:pPr marL="0" marR="0" lvl="0" indent="0" algn="l" rtl="0">
              <a:spcBef>
                <a:spcPts val="0"/>
              </a:spcBef>
              <a:spcAft>
                <a:spcPts val="0"/>
              </a:spcAft>
              <a:buNone/>
            </a:pPr>
            <a:r>
              <a:rPr lang="en-US" sz="1800" dirty="0">
                <a:solidFill>
                  <a:schemeClr val="dk1"/>
                </a:solidFill>
                <a:latin typeface="Kanit"/>
                <a:ea typeface="Kanit"/>
                <a:cs typeface="Kanit"/>
                <a:sym typeface="Kanit"/>
              </a:rPr>
              <a:t>3) Put on the air filter and be careful the rubber ball from tearing.</a:t>
            </a:r>
            <a:endParaRPr dirty="0"/>
          </a:p>
          <a:p>
            <a:pPr marL="0" marR="0" lvl="0" indent="0" algn="l" rtl="0">
              <a:spcBef>
                <a:spcPts val="0"/>
              </a:spcBef>
              <a:spcAft>
                <a:spcPts val="0"/>
              </a:spcAft>
              <a:buNone/>
            </a:pPr>
            <a:r>
              <a:rPr lang="en-US" sz="1800" dirty="0">
                <a:solidFill>
                  <a:schemeClr val="dk1"/>
                </a:solidFill>
                <a:latin typeface="Kanit"/>
                <a:ea typeface="Kanit"/>
                <a:cs typeface="Kanit"/>
                <a:sym typeface="Kanit"/>
              </a:rPr>
              <a:t>4) Put the engine oil on the air filter to catch the dust</a:t>
            </a:r>
            <a:endParaRPr dirty="0"/>
          </a:p>
          <a:p>
            <a:pPr marL="0" marR="0" lvl="0" indent="0" algn="l" rtl="0">
              <a:spcBef>
                <a:spcPts val="0"/>
              </a:spcBef>
              <a:spcAft>
                <a:spcPts val="0"/>
              </a:spcAft>
              <a:buNone/>
            </a:pPr>
            <a:endParaRPr sz="1800" dirty="0">
              <a:solidFill>
                <a:schemeClr val="dk1"/>
              </a:solidFill>
              <a:latin typeface="Kanit"/>
              <a:ea typeface="Kanit"/>
              <a:cs typeface="Kanit"/>
              <a:sym typeface="Kanit"/>
            </a:endParaRPr>
          </a:p>
        </p:txBody>
      </p:sp>
      <p:sp>
        <p:nvSpPr>
          <p:cNvPr id="332" name="Google Shape;332;p17"/>
          <p:cNvSpPr txBox="1"/>
          <p:nvPr/>
        </p:nvSpPr>
        <p:spPr>
          <a:xfrm>
            <a:off x="537503" y="2369504"/>
            <a:ext cx="352806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070C0"/>
                </a:solidFill>
                <a:latin typeface="Kanit"/>
                <a:ea typeface="Kanit"/>
                <a:cs typeface="Kanit"/>
                <a:sym typeface="Kanit"/>
              </a:rPr>
              <a:t>Process :</a:t>
            </a:r>
            <a:endParaRPr sz="2800" b="1">
              <a:solidFill>
                <a:srgbClr val="0070C0"/>
              </a:solidFill>
              <a:latin typeface="Kanit"/>
              <a:ea typeface="Kanit"/>
              <a:cs typeface="Kanit"/>
              <a:sym typeface="Kanit"/>
            </a:endParaRPr>
          </a:p>
        </p:txBody>
      </p:sp>
      <p:grpSp>
        <p:nvGrpSpPr>
          <p:cNvPr id="333" name="Google Shape;333;p17"/>
          <p:cNvGrpSpPr/>
          <p:nvPr/>
        </p:nvGrpSpPr>
        <p:grpSpPr>
          <a:xfrm>
            <a:off x="3013322" y="4953087"/>
            <a:ext cx="6178423" cy="366316"/>
            <a:chOff x="3370165" y="4800598"/>
            <a:chExt cx="7148190" cy="423813"/>
          </a:xfrm>
        </p:grpSpPr>
        <p:sp>
          <p:nvSpPr>
            <p:cNvPr id="334" name="Google Shape;334;p17"/>
            <p:cNvSpPr/>
            <p:nvPr/>
          </p:nvSpPr>
          <p:spPr>
            <a:xfrm>
              <a:off x="3370165" y="4800600"/>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335" name="Google Shape;335;p17"/>
            <p:cNvSpPr/>
            <p:nvPr/>
          </p:nvSpPr>
          <p:spPr>
            <a:xfrm>
              <a:off x="6721533" y="4800599"/>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336" name="Google Shape;336;p17"/>
            <p:cNvSpPr/>
            <p:nvPr/>
          </p:nvSpPr>
          <p:spPr>
            <a:xfrm>
              <a:off x="10057785" y="4800598"/>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pic>
        <p:nvPicPr>
          <p:cNvPr id="337" name="Google Shape;337;p17"/>
          <p:cNvPicPr preferRelativeResize="0"/>
          <p:nvPr/>
        </p:nvPicPr>
        <p:blipFill rotWithShape="1">
          <a:blip r:embed="rId4">
            <a:alphaModFix/>
          </a:blip>
          <a:srcRect/>
          <a:stretch/>
        </p:blipFill>
        <p:spPr>
          <a:xfrm>
            <a:off x="516363" y="4305816"/>
            <a:ext cx="2429456" cy="1618734"/>
          </a:xfrm>
          <a:prstGeom prst="rect">
            <a:avLst/>
          </a:prstGeom>
          <a:noFill/>
          <a:ln>
            <a:noFill/>
          </a:ln>
        </p:spPr>
      </p:pic>
      <p:pic>
        <p:nvPicPr>
          <p:cNvPr id="338" name="Google Shape;338;p17"/>
          <p:cNvPicPr preferRelativeResize="0"/>
          <p:nvPr/>
        </p:nvPicPr>
        <p:blipFill rotWithShape="1">
          <a:blip r:embed="rId5">
            <a:alphaModFix/>
          </a:blip>
          <a:srcRect/>
          <a:stretch/>
        </p:blipFill>
        <p:spPr>
          <a:xfrm>
            <a:off x="3433329" y="4305865"/>
            <a:ext cx="2429456" cy="1618636"/>
          </a:xfrm>
          <a:prstGeom prst="rect">
            <a:avLst/>
          </a:prstGeom>
          <a:noFill/>
          <a:ln>
            <a:noFill/>
          </a:ln>
        </p:spPr>
      </p:pic>
      <p:pic>
        <p:nvPicPr>
          <p:cNvPr id="339" name="Google Shape;339;p17"/>
          <p:cNvPicPr preferRelativeResize="0"/>
          <p:nvPr/>
        </p:nvPicPr>
        <p:blipFill rotWithShape="1">
          <a:blip r:embed="rId6">
            <a:alphaModFix/>
          </a:blip>
          <a:srcRect/>
          <a:stretch/>
        </p:blipFill>
        <p:spPr>
          <a:xfrm>
            <a:off x="6325686" y="4305816"/>
            <a:ext cx="2428101" cy="1618734"/>
          </a:xfrm>
          <a:prstGeom prst="rect">
            <a:avLst/>
          </a:prstGeom>
          <a:noFill/>
          <a:ln>
            <a:noFill/>
          </a:ln>
        </p:spPr>
      </p:pic>
      <p:pic>
        <p:nvPicPr>
          <p:cNvPr id="340" name="Google Shape;340;p17"/>
          <p:cNvPicPr preferRelativeResize="0"/>
          <p:nvPr/>
        </p:nvPicPr>
        <p:blipFill rotWithShape="1">
          <a:blip r:embed="rId7">
            <a:alphaModFix/>
          </a:blip>
          <a:srcRect/>
          <a:stretch/>
        </p:blipFill>
        <p:spPr>
          <a:xfrm>
            <a:off x="9225173" y="4305816"/>
            <a:ext cx="2429036" cy="16187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344"/>
        <p:cNvGrpSpPr/>
        <p:nvPr/>
      </p:nvGrpSpPr>
      <p:grpSpPr>
        <a:xfrm>
          <a:off x="0" y="0"/>
          <a:ext cx="0" cy="0"/>
          <a:chOff x="0" y="0"/>
          <a:chExt cx="0" cy="0"/>
        </a:xfrm>
      </p:grpSpPr>
      <p:sp>
        <p:nvSpPr>
          <p:cNvPr id="345" name="Google Shape;345;p18"/>
          <p:cNvSpPr txBox="1"/>
          <p:nvPr/>
        </p:nvSpPr>
        <p:spPr>
          <a:xfrm>
            <a:off x="330640" y="330364"/>
            <a:ext cx="866096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Kanit"/>
              <a:buNone/>
            </a:pPr>
            <a:r>
              <a:rPr lang="en-US" sz="3200">
                <a:solidFill>
                  <a:srgbClr val="000000"/>
                </a:solidFill>
                <a:latin typeface="Kanit"/>
                <a:ea typeface="Kanit"/>
                <a:cs typeface="Kanit"/>
                <a:sym typeface="Kanit"/>
              </a:rPr>
              <a:t>2</a:t>
            </a:r>
            <a:r>
              <a:rPr lang="en-US" sz="3200" b="0" i="0" u="none" strike="noStrike" cap="none">
                <a:solidFill>
                  <a:srgbClr val="000000"/>
                </a:solidFill>
                <a:latin typeface="Kanit"/>
                <a:ea typeface="Kanit"/>
                <a:cs typeface="Kanit"/>
                <a:sym typeface="Kanit"/>
              </a:rPr>
              <a:t>. How to check the fuel system</a:t>
            </a:r>
            <a:endParaRPr sz="3200" b="0" i="0" u="none" strike="noStrike" cap="none">
              <a:solidFill>
                <a:srgbClr val="000000"/>
              </a:solidFill>
              <a:latin typeface="Kanit"/>
              <a:ea typeface="Kanit"/>
              <a:cs typeface="Kanit"/>
              <a:sym typeface="Kanit"/>
            </a:endParaRPr>
          </a:p>
        </p:txBody>
      </p:sp>
      <p:sp>
        <p:nvSpPr>
          <p:cNvPr id="346" name="Google Shape;346;p18"/>
          <p:cNvSpPr txBox="1"/>
          <p:nvPr/>
        </p:nvSpPr>
        <p:spPr>
          <a:xfrm>
            <a:off x="537503" y="1303023"/>
            <a:ext cx="11335629" cy="11387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0C0"/>
              </a:buClr>
              <a:buSzPts val="2800"/>
              <a:buFont typeface="Kanit"/>
              <a:buNone/>
            </a:pPr>
            <a:r>
              <a:rPr lang="en-US" sz="2800" b="1" i="0" u="none" strike="noStrike" cap="none" dirty="0">
                <a:solidFill>
                  <a:srgbClr val="0070C0"/>
                </a:solidFill>
                <a:latin typeface="Kanit"/>
                <a:ea typeface="Kanit"/>
                <a:cs typeface="Kanit"/>
                <a:sym typeface="Kanit"/>
              </a:rPr>
              <a:t>Fuel System : </a:t>
            </a:r>
            <a:endParaRPr sz="2800" b="1" i="0" u="none" strike="noStrike" cap="none" dirty="0">
              <a:solidFill>
                <a:srgbClr val="0070C0"/>
              </a:solidFill>
              <a:latin typeface="Kanit"/>
              <a:ea typeface="Kanit"/>
              <a:cs typeface="Kanit"/>
              <a:sym typeface="Kanit"/>
            </a:endParaRPr>
          </a:p>
          <a:p>
            <a:pPr marL="0" marR="0" lvl="0" indent="0" algn="l" rtl="0">
              <a:lnSpc>
                <a:spcPct val="100000"/>
              </a:lnSpc>
              <a:spcBef>
                <a:spcPts val="0"/>
              </a:spcBef>
              <a:spcAft>
                <a:spcPts val="0"/>
              </a:spcAft>
              <a:buClr>
                <a:srgbClr val="000000"/>
              </a:buClr>
              <a:buSzPts val="2000"/>
              <a:buFont typeface="Kanit"/>
              <a:buNone/>
            </a:pPr>
            <a:r>
              <a:rPr lang="en-US" sz="2000" b="0" i="0" u="none" strike="noStrike" cap="none" dirty="0">
                <a:solidFill>
                  <a:srgbClr val="000000"/>
                </a:solidFill>
                <a:latin typeface="Kanit"/>
                <a:ea typeface="Kanit"/>
                <a:cs typeface="Kanit"/>
                <a:sym typeface="Kanit"/>
              </a:rPr>
              <a:t>The engine will work with fuel mixed with air in a limited space </a:t>
            </a:r>
            <a:r>
              <a:rPr lang="en-US" sz="2000" dirty="0">
                <a:solidFill>
                  <a:srgbClr val="000000"/>
                </a:solidFill>
                <a:latin typeface="Kanit"/>
                <a:ea typeface="Kanit"/>
                <a:cs typeface="Kanit"/>
                <a:sym typeface="Kanit"/>
              </a:rPr>
              <a:t>a</a:t>
            </a:r>
            <a:r>
              <a:rPr lang="en-US" sz="2000" b="0" i="0" u="none" strike="noStrike" cap="none" dirty="0">
                <a:solidFill>
                  <a:srgbClr val="000000"/>
                </a:solidFill>
                <a:latin typeface="Kanit"/>
                <a:ea typeface="Kanit"/>
                <a:cs typeface="Kanit"/>
                <a:sym typeface="Kanit"/>
              </a:rPr>
              <a:t>nd</a:t>
            </a:r>
            <a:r>
              <a:rPr lang="en-US" sz="2000" dirty="0">
                <a:solidFill>
                  <a:srgbClr val="000000"/>
                </a:solidFill>
                <a:latin typeface="Kanit"/>
                <a:ea typeface="Kanit"/>
                <a:cs typeface="Kanit"/>
                <a:sym typeface="Kanit"/>
              </a:rPr>
              <a:t> </a:t>
            </a:r>
            <a:r>
              <a:rPr lang="en-US" sz="2000" b="0" i="0" u="none" strike="noStrike" cap="none" dirty="0">
                <a:solidFill>
                  <a:srgbClr val="000000"/>
                </a:solidFill>
                <a:latin typeface="Kanit"/>
                <a:ea typeface="Kanit"/>
                <a:cs typeface="Kanit"/>
                <a:sym typeface="Kanit"/>
              </a:rPr>
              <a:t>get the heat from the piston sliding up to compress, causing an explosion. The engine can work.</a:t>
            </a:r>
            <a:endParaRPr sz="2000" b="0" i="0" u="none" strike="noStrike" cap="none" dirty="0">
              <a:solidFill>
                <a:srgbClr val="000000"/>
              </a:solidFill>
              <a:latin typeface="Kanit"/>
              <a:ea typeface="Kanit"/>
              <a:cs typeface="Kanit"/>
              <a:sym typeface="Kanit"/>
            </a:endParaRPr>
          </a:p>
        </p:txBody>
      </p:sp>
      <p:sp>
        <p:nvSpPr>
          <p:cNvPr id="347" name="Google Shape;347;p18"/>
          <p:cNvSpPr txBox="1"/>
          <p:nvPr/>
        </p:nvSpPr>
        <p:spPr>
          <a:xfrm>
            <a:off x="537503" y="3267235"/>
            <a:ext cx="11416372"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1) Use clean fuel and no need to remove the filter while refueling</a:t>
            </a:r>
            <a:endParaRPr dirty="0"/>
          </a:p>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2) Check for leaks around the filter. There must be no water and impurities mixed in the oil.</a:t>
            </a:r>
            <a:endParaRPr dirty="0"/>
          </a:p>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     </a:t>
            </a:r>
            <a:endParaRPr dirty="0"/>
          </a:p>
        </p:txBody>
      </p:sp>
      <p:sp>
        <p:nvSpPr>
          <p:cNvPr id="348" name="Google Shape;348;p18"/>
          <p:cNvSpPr txBox="1"/>
          <p:nvPr/>
        </p:nvSpPr>
        <p:spPr>
          <a:xfrm>
            <a:off x="537503" y="2543674"/>
            <a:ext cx="352806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0070C0"/>
                </a:solidFill>
                <a:latin typeface="Kanit"/>
                <a:ea typeface="Kanit"/>
                <a:cs typeface="Kanit"/>
                <a:sym typeface="Kanit"/>
              </a:rPr>
              <a:t>Process :</a:t>
            </a:r>
            <a:endParaRPr sz="2800" b="1">
              <a:solidFill>
                <a:srgbClr val="0070C0"/>
              </a:solidFill>
              <a:latin typeface="Kanit"/>
              <a:ea typeface="Kanit"/>
              <a:cs typeface="Kanit"/>
              <a:sym typeface="Kanit"/>
            </a:endParaRPr>
          </a:p>
        </p:txBody>
      </p:sp>
      <p:grpSp>
        <p:nvGrpSpPr>
          <p:cNvPr id="349" name="Google Shape;349;p18"/>
          <p:cNvGrpSpPr/>
          <p:nvPr/>
        </p:nvGrpSpPr>
        <p:grpSpPr>
          <a:xfrm>
            <a:off x="4465185" y="5443949"/>
            <a:ext cx="3294787" cy="366315"/>
            <a:chOff x="3370165" y="4800599"/>
            <a:chExt cx="3811938" cy="423812"/>
          </a:xfrm>
        </p:grpSpPr>
        <p:sp>
          <p:nvSpPr>
            <p:cNvPr id="350" name="Google Shape;350;p18"/>
            <p:cNvSpPr/>
            <p:nvPr/>
          </p:nvSpPr>
          <p:spPr>
            <a:xfrm>
              <a:off x="3370165" y="4800600"/>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351" name="Google Shape;351;p18"/>
            <p:cNvSpPr/>
            <p:nvPr/>
          </p:nvSpPr>
          <p:spPr>
            <a:xfrm>
              <a:off x="6721533" y="4800599"/>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pic>
        <p:nvPicPr>
          <p:cNvPr id="352" name="Google Shape;352;p18"/>
          <p:cNvPicPr preferRelativeResize="0"/>
          <p:nvPr/>
        </p:nvPicPr>
        <p:blipFill rotWithShape="1">
          <a:blip r:embed="rId4">
            <a:alphaModFix/>
          </a:blip>
          <a:srcRect/>
          <a:stretch/>
        </p:blipFill>
        <p:spPr>
          <a:xfrm>
            <a:off x="1968226" y="4796728"/>
            <a:ext cx="2429456" cy="1618636"/>
          </a:xfrm>
          <a:prstGeom prst="rect">
            <a:avLst/>
          </a:prstGeom>
          <a:noFill/>
          <a:ln>
            <a:noFill/>
          </a:ln>
        </p:spPr>
      </p:pic>
      <p:pic>
        <p:nvPicPr>
          <p:cNvPr id="353" name="Google Shape;353;p18"/>
          <p:cNvPicPr preferRelativeResize="0"/>
          <p:nvPr/>
        </p:nvPicPr>
        <p:blipFill rotWithShape="1">
          <a:blip r:embed="rId5">
            <a:alphaModFix/>
          </a:blip>
          <a:srcRect/>
          <a:stretch/>
        </p:blipFill>
        <p:spPr>
          <a:xfrm>
            <a:off x="4885192" y="4796728"/>
            <a:ext cx="2429455" cy="1618636"/>
          </a:xfrm>
          <a:prstGeom prst="rect">
            <a:avLst/>
          </a:prstGeom>
          <a:noFill/>
          <a:ln>
            <a:noFill/>
          </a:ln>
        </p:spPr>
      </p:pic>
      <p:pic>
        <p:nvPicPr>
          <p:cNvPr id="354" name="Google Shape;354;p18"/>
          <p:cNvPicPr preferRelativeResize="0"/>
          <p:nvPr/>
        </p:nvPicPr>
        <p:blipFill rotWithShape="1">
          <a:blip r:embed="rId6">
            <a:alphaModFix/>
          </a:blip>
          <a:srcRect/>
          <a:stretch/>
        </p:blipFill>
        <p:spPr>
          <a:xfrm>
            <a:off x="7777549" y="4797179"/>
            <a:ext cx="2428101" cy="161773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358"/>
        <p:cNvGrpSpPr/>
        <p:nvPr/>
      </p:nvGrpSpPr>
      <p:grpSpPr>
        <a:xfrm>
          <a:off x="0" y="0"/>
          <a:ext cx="0" cy="0"/>
          <a:chOff x="0" y="0"/>
          <a:chExt cx="0" cy="0"/>
        </a:xfrm>
      </p:grpSpPr>
      <p:sp>
        <p:nvSpPr>
          <p:cNvPr id="359" name="Google Shape;359;p19"/>
          <p:cNvSpPr txBox="1"/>
          <p:nvPr/>
        </p:nvSpPr>
        <p:spPr>
          <a:xfrm>
            <a:off x="330640" y="330364"/>
            <a:ext cx="866096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Kanit"/>
              <a:buNone/>
            </a:pPr>
            <a:r>
              <a:rPr lang="en-US" sz="3200">
                <a:solidFill>
                  <a:srgbClr val="000000"/>
                </a:solidFill>
                <a:latin typeface="Kanit"/>
                <a:ea typeface="Kanit"/>
                <a:cs typeface="Kanit"/>
                <a:sym typeface="Kanit"/>
              </a:rPr>
              <a:t>3</a:t>
            </a:r>
            <a:r>
              <a:rPr lang="en-US" sz="3200" b="0" i="0" u="none" strike="noStrike" cap="none">
                <a:solidFill>
                  <a:srgbClr val="000000"/>
                </a:solidFill>
                <a:latin typeface="Kanit"/>
                <a:ea typeface="Kanit"/>
                <a:cs typeface="Kanit"/>
                <a:sym typeface="Kanit"/>
              </a:rPr>
              <a:t>. How to check the engine oil</a:t>
            </a:r>
            <a:endParaRPr sz="3200" b="0" i="0" u="none" strike="noStrike" cap="none">
              <a:solidFill>
                <a:srgbClr val="000000"/>
              </a:solidFill>
              <a:latin typeface="Kanit"/>
              <a:ea typeface="Kanit"/>
              <a:cs typeface="Kanit"/>
              <a:sym typeface="Kanit"/>
            </a:endParaRPr>
          </a:p>
        </p:txBody>
      </p:sp>
      <p:sp>
        <p:nvSpPr>
          <p:cNvPr id="360" name="Google Shape;360;p19"/>
          <p:cNvSpPr txBox="1"/>
          <p:nvPr/>
        </p:nvSpPr>
        <p:spPr>
          <a:xfrm>
            <a:off x="537503" y="1303023"/>
            <a:ext cx="11335629" cy="11387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0C0"/>
              </a:buClr>
              <a:buSzPts val="2800"/>
              <a:buFont typeface="Kanit"/>
              <a:buNone/>
            </a:pPr>
            <a:r>
              <a:rPr lang="en-US" sz="2800" b="1" dirty="0">
                <a:solidFill>
                  <a:srgbClr val="0070C0"/>
                </a:solidFill>
                <a:latin typeface="Kanit"/>
                <a:ea typeface="Kanit"/>
                <a:cs typeface="Kanit"/>
                <a:sym typeface="Kanit"/>
              </a:rPr>
              <a:t>L</a:t>
            </a:r>
            <a:r>
              <a:rPr lang="en-US" sz="2800" b="1" i="0" u="none" strike="noStrike" cap="none" dirty="0">
                <a:solidFill>
                  <a:srgbClr val="0070C0"/>
                </a:solidFill>
                <a:latin typeface="Kanit"/>
                <a:ea typeface="Kanit"/>
                <a:cs typeface="Kanit"/>
                <a:sym typeface="Kanit"/>
              </a:rPr>
              <a:t>ubrication system: </a:t>
            </a:r>
            <a:endParaRPr sz="2800" b="1" i="0" u="none" strike="noStrike" cap="none" dirty="0">
              <a:solidFill>
                <a:srgbClr val="0070C0"/>
              </a:solidFill>
              <a:latin typeface="Kanit"/>
              <a:ea typeface="Kanit"/>
              <a:cs typeface="Kanit"/>
              <a:sym typeface="Kanit"/>
            </a:endParaRPr>
          </a:p>
          <a:p>
            <a:pPr marL="0" marR="0" lvl="0" indent="0" algn="l" rtl="0">
              <a:lnSpc>
                <a:spcPct val="100000"/>
              </a:lnSpc>
              <a:spcBef>
                <a:spcPts val="0"/>
              </a:spcBef>
              <a:spcAft>
                <a:spcPts val="0"/>
              </a:spcAft>
              <a:buClr>
                <a:srgbClr val="000000"/>
              </a:buClr>
              <a:buSzPts val="2000"/>
              <a:buFont typeface="Kanit"/>
              <a:buNone/>
            </a:pPr>
            <a:r>
              <a:rPr lang="en-US" sz="2000" dirty="0">
                <a:solidFill>
                  <a:srgbClr val="000000"/>
                </a:solidFill>
                <a:latin typeface="Kanit"/>
                <a:ea typeface="Kanit"/>
                <a:cs typeface="Kanit"/>
                <a:sym typeface="Kanit"/>
              </a:rPr>
              <a:t>Helps prevent wear and allows parts to rotate or move without </a:t>
            </a:r>
            <a:endParaRPr dirty="0"/>
          </a:p>
          <a:p>
            <a:pPr marL="0" marR="0" lvl="0" indent="0" algn="l" rtl="0">
              <a:lnSpc>
                <a:spcPct val="100000"/>
              </a:lnSpc>
              <a:spcBef>
                <a:spcPts val="0"/>
              </a:spcBef>
              <a:spcAft>
                <a:spcPts val="0"/>
              </a:spcAft>
              <a:buClr>
                <a:srgbClr val="000000"/>
              </a:buClr>
              <a:buSzPts val="2000"/>
              <a:buFont typeface="Kanit"/>
              <a:buNone/>
            </a:pPr>
            <a:r>
              <a:rPr lang="en-US" sz="2000" dirty="0">
                <a:solidFill>
                  <a:srgbClr val="000000"/>
                </a:solidFill>
                <a:latin typeface="Kanit"/>
                <a:ea typeface="Kanit"/>
                <a:cs typeface="Kanit"/>
                <a:sym typeface="Kanit"/>
              </a:rPr>
              <a:t>jamming It is also a cooling aid that occurs inside the engine.</a:t>
            </a:r>
            <a:endParaRPr sz="2000" b="0" i="0" u="none" strike="noStrike" cap="none" dirty="0">
              <a:solidFill>
                <a:srgbClr val="000000"/>
              </a:solidFill>
              <a:latin typeface="Kanit"/>
              <a:ea typeface="Kanit"/>
              <a:cs typeface="Kanit"/>
              <a:sym typeface="Kanit"/>
            </a:endParaRPr>
          </a:p>
        </p:txBody>
      </p:sp>
      <p:sp>
        <p:nvSpPr>
          <p:cNvPr id="361" name="Google Shape;361;p19"/>
          <p:cNvSpPr txBox="1"/>
          <p:nvPr/>
        </p:nvSpPr>
        <p:spPr>
          <a:xfrm>
            <a:off x="537504" y="2846457"/>
            <a:ext cx="693962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1) Use TRA CHANG engine oil (SAE40)</a:t>
            </a:r>
            <a:endParaRPr dirty="0"/>
          </a:p>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2) Add about 2.7-2.8 liters of engine oil.</a:t>
            </a:r>
            <a:endParaRPr dirty="0"/>
          </a:p>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3) Please notice the engine oil level must not be higher than the upper scale and not lower than the lower scale.</a:t>
            </a:r>
            <a:endParaRPr dirty="0"/>
          </a:p>
        </p:txBody>
      </p:sp>
      <p:sp>
        <p:nvSpPr>
          <p:cNvPr id="362" name="Google Shape;362;p19"/>
          <p:cNvSpPr txBox="1"/>
          <p:nvPr/>
        </p:nvSpPr>
        <p:spPr>
          <a:xfrm>
            <a:off x="537503" y="2347729"/>
            <a:ext cx="352806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0C0"/>
              </a:buClr>
              <a:buSzPts val="2800"/>
              <a:buFont typeface="Kanit"/>
              <a:buNone/>
            </a:pPr>
            <a:r>
              <a:rPr lang="en-US" sz="2800" b="1" i="0" u="none" strike="noStrike" cap="none">
                <a:solidFill>
                  <a:srgbClr val="0070C0"/>
                </a:solidFill>
                <a:latin typeface="Kanit"/>
                <a:ea typeface="Kanit"/>
                <a:cs typeface="Kanit"/>
                <a:sym typeface="Kanit"/>
              </a:rPr>
              <a:t>Process :</a:t>
            </a:r>
            <a:endParaRPr sz="2800" b="1" i="0" u="none" strike="noStrike" cap="none">
              <a:solidFill>
                <a:srgbClr val="0070C0"/>
              </a:solidFill>
              <a:latin typeface="Kanit"/>
              <a:ea typeface="Kanit"/>
              <a:cs typeface="Kanit"/>
              <a:sym typeface="Kanit"/>
            </a:endParaRPr>
          </a:p>
        </p:txBody>
      </p:sp>
      <p:pic>
        <p:nvPicPr>
          <p:cNvPr id="363" name="Google Shape;363;p19"/>
          <p:cNvPicPr preferRelativeResize="0"/>
          <p:nvPr/>
        </p:nvPicPr>
        <p:blipFill rotWithShape="1">
          <a:blip r:embed="rId4">
            <a:alphaModFix/>
          </a:blip>
          <a:srcRect t="40168" r="42811" b="17561"/>
          <a:stretch/>
        </p:blipFill>
        <p:spPr>
          <a:xfrm>
            <a:off x="9074173" y="1451520"/>
            <a:ext cx="2534692" cy="2341835"/>
          </a:xfrm>
          <a:prstGeom prst="rect">
            <a:avLst/>
          </a:prstGeom>
          <a:noFill/>
          <a:ln>
            <a:noFill/>
          </a:ln>
          <a:effectLst>
            <a:outerShdw blurRad="50800" dist="38100" dir="2700000" algn="tl" rotWithShape="0">
              <a:srgbClr val="000000">
                <a:alpha val="40000"/>
              </a:srgbClr>
            </a:outerShdw>
          </a:effectLst>
        </p:spPr>
      </p:pic>
      <p:grpSp>
        <p:nvGrpSpPr>
          <p:cNvPr id="364" name="Google Shape;364;p19"/>
          <p:cNvGrpSpPr/>
          <p:nvPr/>
        </p:nvGrpSpPr>
        <p:grpSpPr>
          <a:xfrm>
            <a:off x="3143952" y="5776050"/>
            <a:ext cx="6178423" cy="366316"/>
            <a:chOff x="3370165" y="4800598"/>
            <a:chExt cx="7148190" cy="423813"/>
          </a:xfrm>
        </p:grpSpPr>
        <p:sp>
          <p:nvSpPr>
            <p:cNvPr id="365" name="Google Shape;365;p19"/>
            <p:cNvSpPr/>
            <p:nvPr/>
          </p:nvSpPr>
          <p:spPr>
            <a:xfrm>
              <a:off x="3370165" y="4800600"/>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366" name="Google Shape;366;p19"/>
            <p:cNvSpPr/>
            <p:nvPr/>
          </p:nvSpPr>
          <p:spPr>
            <a:xfrm>
              <a:off x="6721533" y="4800599"/>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367" name="Google Shape;367;p19"/>
            <p:cNvSpPr/>
            <p:nvPr/>
          </p:nvSpPr>
          <p:spPr>
            <a:xfrm>
              <a:off x="10057785" y="4800598"/>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pic>
        <p:nvPicPr>
          <p:cNvPr id="368" name="Google Shape;368;p19"/>
          <p:cNvPicPr preferRelativeResize="0"/>
          <p:nvPr/>
        </p:nvPicPr>
        <p:blipFill rotWithShape="1">
          <a:blip r:embed="rId5">
            <a:alphaModFix/>
          </a:blip>
          <a:srcRect/>
          <a:stretch/>
        </p:blipFill>
        <p:spPr>
          <a:xfrm>
            <a:off x="647190" y="5128828"/>
            <a:ext cx="2429061" cy="1618636"/>
          </a:xfrm>
          <a:prstGeom prst="rect">
            <a:avLst/>
          </a:prstGeom>
          <a:noFill/>
          <a:ln>
            <a:noFill/>
          </a:ln>
        </p:spPr>
      </p:pic>
      <p:pic>
        <p:nvPicPr>
          <p:cNvPr id="369" name="Google Shape;369;p19"/>
          <p:cNvPicPr preferRelativeResize="0"/>
          <p:nvPr/>
        </p:nvPicPr>
        <p:blipFill rotWithShape="1">
          <a:blip r:embed="rId6">
            <a:alphaModFix/>
          </a:blip>
          <a:srcRect/>
          <a:stretch/>
        </p:blipFill>
        <p:spPr>
          <a:xfrm>
            <a:off x="3564309" y="5128828"/>
            <a:ext cx="2428754" cy="1618636"/>
          </a:xfrm>
          <a:prstGeom prst="rect">
            <a:avLst/>
          </a:prstGeom>
          <a:noFill/>
          <a:ln>
            <a:noFill/>
          </a:ln>
        </p:spPr>
      </p:pic>
      <p:pic>
        <p:nvPicPr>
          <p:cNvPr id="370" name="Google Shape;370;p19"/>
          <p:cNvPicPr preferRelativeResize="0"/>
          <p:nvPr/>
        </p:nvPicPr>
        <p:blipFill rotWithShape="1">
          <a:blip r:embed="rId7">
            <a:alphaModFix/>
          </a:blip>
          <a:srcRect/>
          <a:stretch/>
        </p:blipFill>
        <p:spPr>
          <a:xfrm>
            <a:off x="6456316" y="5129279"/>
            <a:ext cx="2428100" cy="1617733"/>
          </a:xfrm>
          <a:prstGeom prst="rect">
            <a:avLst/>
          </a:prstGeom>
          <a:noFill/>
          <a:ln>
            <a:noFill/>
          </a:ln>
        </p:spPr>
      </p:pic>
      <p:sp>
        <p:nvSpPr>
          <p:cNvPr id="371" name="Google Shape;371;p19"/>
          <p:cNvSpPr txBox="1"/>
          <p:nvPr/>
        </p:nvSpPr>
        <p:spPr>
          <a:xfrm>
            <a:off x="537503" y="3930957"/>
            <a:ext cx="1141637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     - Before use, the engine should be started and idle for 15-20 minutes to keep the oil lubricated</a:t>
            </a:r>
            <a:br>
              <a:rPr lang="en-US" sz="1800" b="0" i="0" u="none" strike="noStrike" cap="none" dirty="0">
                <a:solidFill>
                  <a:srgbClr val="000000"/>
                </a:solidFill>
                <a:latin typeface="Kanit"/>
                <a:ea typeface="Kanit"/>
                <a:cs typeface="Kanit"/>
                <a:sym typeface="Kanit"/>
              </a:rPr>
            </a:br>
            <a:r>
              <a:rPr lang="en-US" sz="1800" b="0" i="0" u="none" strike="noStrike" cap="none" dirty="0">
                <a:solidFill>
                  <a:srgbClr val="000000"/>
                </a:solidFill>
                <a:latin typeface="Kanit"/>
                <a:ea typeface="Kanit"/>
                <a:cs typeface="Kanit"/>
                <a:sym typeface="Kanit"/>
              </a:rPr>
              <a:t>        throughout the engine</a:t>
            </a:r>
            <a:endParaRPr dirty="0"/>
          </a:p>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     - Observe the oil pressure check point. If blue moves to cover red indicates that </a:t>
            </a:r>
            <a:br>
              <a:rPr lang="en-US" sz="1800" b="0" i="0" u="none" strike="noStrike" cap="none" dirty="0">
                <a:solidFill>
                  <a:srgbClr val="000000"/>
                </a:solidFill>
                <a:latin typeface="Kanit"/>
                <a:ea typeface="Kanit"/>
                <a:cs typeface="Kanit"/>
                <a:sym typeface="Kanit"/>
              </a:rPr>
            </a:br>
            <a:r>
              <a:rPr lang="en-US" sz="1800" b="0" i="0" u="none" strike="noStrike" cap="none" dirty="0">
                <a:solidFill>
                  <a:srgbClr val="000000"/>
                </a:solidFill>
                <a:latin typeface="Kanit"/>
                <a:ea typeface="Kanit"/>
                <a:cs typeface="Kanit"/>
                <a:sym typeface="Kanit"/>
              </a:rPr>
              <a:t>        the engine lubrication system is working normally.</a:t>
            </a:r>
            <a:endParaRPr dirty="0"/>
          </a:p>
        </p:txBody>
      </p:sp>
      <p:pic>
        <p:nvPicPr>
          <p:cNvPr id="372" name="Google Shape;372;p19"/>
          <p:cNvPicPr preferRelativeResize="0"/>
          <p:nvPr/>
        </p:nvPicPr>
        <p:blipFill rotWithShape="1">
          <a:blip r:embed="rId8">
            <a:alphaModFix/>
          </a:blip>
          <a:srcRect/>
          <a:stretch/>
        </p:blipFill>
        <p:spPr>
          <a:xfrm>
            <a:off x="10472149" y="5129806"/>
            <a:ext cx="1077119" cy="1615678"/>
          </a:xfrm>
          <a:prstGeom prst="rect">
            <a:avLst/>
          </a:prstGeom>
          <a:noFill/>
          <a:ln>
            <a:noFill/>
          </a:ln>
        </p:spPr>
      </p:pic>
      <p:pic>
        <p:nvPicPr>
          <p:cNvPr id="373" name="Google Shape;373;p19"/>
          <p:cNvPicPr preferRelativeResize="0"/>
          <p:nvPr/>
        </p:nvPicPr>
        <p:blipFill rotWithShape="1">
          <a:blip r:embed="rId9">
            <a:alphaModFix/>
          </a:blip>
          <a:srcRect/>
          <a:stretch/>
        </p:blipFill>
        <p:spPr>
          <a:xfrm>
            <a:off x="9395030" y="5128278"/>
            <a:ext cx="1077119" cy="1618734"/>
          </a:xfrm>
          <a:prstGeom prst="rect">
            <a:avLst/>
          </a:prstGeom>
          <a:noFill/>
          <a:ln>
            <a:noFill/>
          </a:ln>
        </p:spPr>
      </p:pic>
      <p:sp>
        <p:nvSpPr>
          <p:cNvPr id="374" name="Google Shape;374;p19"/>
          <p:cNvSpPr/>
          <p:nvPr/>
        </p:nvSpPr>
        <p:spPr>
          <a:xfrm>
            <a:off x="10336300" y="5813378"/>
            <a:ext cx="271698" cy="250013"/>
          </a:xfrm>
          <a:prstGeom prst="rightArrow">
            <a:avLst>
              <a:gd name="adj1" fmla="val 50000"/>
              <a:gd name="adj2" fmla="val 50000"/>
            </a:avLst>
          </a:prstGeom>
          <a:solidFill>
            <a:srgbClr val="FF0000"/>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378"/>
        <p:cNvGrpSpPr/>
        <p:nvPr/>
      </p:nvGrpSpPr>
      <p:grpSpPr>
        <a:xfrm>
          <a:off x="0" y="0"/>
          <a:ext cx="0" cy="0"/>
          <a:chOff x="0" y="0"/>
          <a:chExt cx="0" cy="0"/>
        </a:xfrm>
      </p:grpSpPr>
      <p:sp>
        <p:nvSpPr>
          <p:cNvPr id="379" name="Google Shape;379;p20"/>
          <p:cNvSpPr txBox="1"/>
          <p:nvPr/>
        </p:nvSpPr>
        <p:spPr>
          <a:xfrm>
            <a:off x="330640" y="330364"/>
            <a:ext cx="866096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Kanit"/>
              <a:buNone/>
            </a:pPr>
            <a:r>
              <a:rPr lang="en-US" sz="3200">
                <a:solidFill>
                  <a:srgbClr val="000000"/>
                </a:solidFill>
                <a:latin typeface="Kanit"/>
                <a:ea typeface="Kanit"/>
                <a:cs typeface="Kanit"/>
                <a:sym typeface="Kanit"/>
              </a:rPr>
              <a:t>4</a:t>
            </a:r>
            <a:r>
              <a:rPr lang="en-US" sz="3200" b="0" i="0" u="none" strike="noStrike" cap="none">
                <a:solidFill>
                  <a:srgbClr val="000000"/>
                </a:solidFill>
                <a:latin typeface="Kanit"/>
                <a:ea typeface="Kanit"/>
                <a:cs typeface="Kanit"/>
                <a:sym typeface="Kanit"/>
              </a:rPr>
              <a:t>. How to check the cooling water system</a:t>
            </a:r>
            <a:endParaRPr sz="3200" b="0" i="0" u="none" strike="noStrike" cap="none">
              <a:solidFill>
                <a:srgbClr val="000000"/>
              </a:solidFill>
              <a:latin typeface="Kanit"/>
              <a:ea typeface="Kanit"/>
              <a:cs typeface="Kanit"/>
              <a:sym typeface="Kanit"/>
            </a:endParaRPr>
          </a:p>
        </p:txBody>
      </p:sp>
      <p:sp>
        <p:nvSpPr>
          <p:cNvPr id="380" name="Google Shape;380;p20"/>
          <p:cNvSpPr txBox="1"/>
          <p:nvPr/>
        </p:nvSpPr>
        <p:spPr>
          <a:xfrm>
            <a:off x="330640" y="1935584"/>
            <a:ext cx="1153072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1) Put rust proof powder</a:t>
            </a:r>
            <a:endParaRPr dirty="0"/>
          </a:p>
          <a:p>
            <a:pPr marL="0" marR="0" lvl="0" indent="0" algn="l" rtl="0">
              <a:lnSpc>
                <a:spcPct val="100000"/>
              </a:lnSpc>
              <a:spcBef>
                <a:spcPts val="0"/>
              </a:spcBef>
              <a:spcAft>
                <a:spcPts val="0"/>
              </a:spcAft>
              <a:buClr>
                <a:srgbClr val="000000"/>
              </a:buClr>
              <a:buSzPts val="1800"/>
              <a:buFont typeface="Kanit"/>
              <a:buNone/>
            </a:pPr>
            <a:r>
              <a:rPr lang="en-US" sz="1800" b="0" i="0" u="none" strike="noStrike" cap="none" dirty="0">
                <a:solidFill>
                  <a:srgbClr val="000000"/>
                </a:solidFill>
                <a:latin typeface="Kanit"/>
                <a:ea typeface="Kanit"/>
                <a:cs typeface="Kanit"/>
                <a:sym typeface="Kanit"/>
              </a:rPr>
              <a:t>2) Fill up with clean water </a:t>
            </a:r>
            <a:endParaRPr sz="1800" b="0" i="0" u="none" strike="noStrike" cap="none" dirty="0">
              <a:solidFill>
                <a:srgbClr val="FF0000"/>
              </a:solidFill>
              <a:latin typeface="Kanit"/>
              <a:ea typeface="Kanit"/>
              <a:cs typeface="Kanit"/>
              <a:sym typeface="Kanit"/>
            </a:endParaRPr>
          </a:p>
        </p:txBody>
      </p:sp>
      <p:sp>
        <p:nvSpPr>
          <p:cNvPr id="381" name="Google Shape;381;p20"/>
          <p:cNvSpPr txBox="1"/>
          <p:nvPr/>
        </p:nvSpPr>
        <p:spPr>
          <a:xfrm>
            <a:off x="330640" y="1436856"/>
            <a:ext cx="352806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0C0"/>
              </a:buClr>
              <a:buSzPts val="2800"/>
              <a:buFont typeface="Kanit"/>
              <a:buNone/>
            </a:pPr>
            <a:r>
              <a:rPr lang="en-US" sz="2800" b="1" i="0" u="none" strike="noStrike" cap="none">
                <a:solidFill>
                  <a:srgbClr val="0070C0"/>
                </a:solidFill>
                <a:latin typeface="Kanit"/>
                <a:ea typeface="Kanit"/>
                <a:cs typeface="Kanit"/>
                <a:sym typeface="Kanit"/>
              </a:rPr>
              <a:t>Process :</a:t>
            </a:r>
            <a:endParaRPr sz="2800" b="1" i="0" u="none" strike="noStrike" cap="none">
              <a:solidFill>
                <a:srgbClr val="0070C0"/>
              </a:solidFill>
              <a:latin typeface="Kanit"/>
              <a:ea typeface="Kanit"/>
              <a:cs typeface="Kanit"/>
              <a:sym typeface="Kanit"/>
            </a:endParaRPr>
          </a:p>
        </p:txBody>
      </p:sp>
      <p:grpSp>
        <p:nvGrpSpPr>
          <p:cNvPr id="382" name="Google Shape;382;p20"/>
          <p:cNvGrpSpPr/>
          <p:nvPr/>
        </p:nvGrpSpPr>
        <p:grpSpPr>
          <a:xfrm>
            <a:off x="2827402" y="3836901"/>
            <a:ext cx="6178423" cy="366316"/>
            <a:chOff x="3370165" y="4800598"/>
            <a:chExt cx="7148190" cy="423813"/>
          </a:xfrm>
        </p:grpSpPr>
        <p:sp>
          <p:nvSpPr>
            <p:cNvPr id="383" name="Google Shape;383;p20"/>
            <p:cNvSpPr/>
            <p:nvPr/>
          </p:nvSpPr>
          <p:spPr>
            <a:xfrm>
              <a:off x="3370165" y="4800600"/>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384" name="Google Shape;384;p20"/>
            <p:cNvSpPr/>
            <p:nvPr/>
          </p:nvSpPr>
          <p:spPr>
            <a:xfrm>
              <a:off x="6721533" y="4800599"/>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385" name="Google Shape;385;p20"/>
            <p:cNvSpPr/>
            <p:nvPr/>
          </p:nvSpPr>
          <p:spPr>
            <a:xfrm>
              <a:off x="10057785" y="4800598"/>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pic>
        <p:nvPicPr>
          <p:cNvPr id="386" name="Google Shape;386;p20"/>
          <p:cNvPicPr preferRelativeResize="0"/>
          <p:nvPr/>
        </p:nvPicPr>
        <p:blipFill rotWithShape="1">
          <a:blip r:embed="rId4">
            <a:alphaModFix/>
          </a:blip>
          <a:srcRect/>
          <a:stretch/>
        </p:blipFill>
        <p:spPr>
          <a:xfrm>
            <a:off x="330640" y="3190166"/>
            <a:ext cx="2429061" cy="1617662"/>
          </a:xfrm>
          <a:prstGeom prst="rect">
            <a:avLst/>
          </a:prstGeom>
          <a:noFill/>
          <a:ln>
            <a:noFill/>
          </a:ln>
        </p:spPr>
      </p:pic>
      <p:pic>
        <p:nvPicPr>
          <p:cNvPr id="387" name="Google Shape;387;p20"/>
          <p:cNvPicPr preferRelativeResize="0"/>
          <p:nvPr/>
        </p:nvPicPr>
        <p:blipFill rotWithShape="1">
          <a:blip r:embed="rId5">
            <a:alphaModFix/>
          </a:blip>
          <a:srcRect/>
          <a:stretch/>
        </p:blipFill>
        <p:spPr>
          <a:xfrm>
            <a:off x="3247759" y="3190245"/>
            <a:ext cx="2428754" cy="1617503"/>
          </a:xfrm>
          <a:prstGeom prst="rect">
            <a:avLst/>
          </a:prstGeom>
          <a:noFill/>
          <a:ln>
            <a:noFill/>
          </a:ln>
        </p:spPr>
      </p:pic>
      <p:pic>
        <p:nvPicPr>
          <p:cNvPr id="388" name="Google Shape;388;p20"/>
          <p:cNvPicPr preferRelativeResize="0"/>
          <p:nvPr/>
        </p:nvPicPr>
        <p:blipFill rotWithShape="1">
          <a:blip r:embed="rId6">
            <a:alphaModFix/>
          </a:blip>
          <a:srcRect/>
          <a:stretch/>
        </p:blipFill>
        <p:spPr>
          <a:xfrm>
            <a:off x="6139766" y="3190130"/>
            <a:ext cx="2428100" cy="1617732"/>
          </a:xfrm>
          <a:prstGeom prst="rect">
            <a:avLst/>
          </a:prstGeom>
          <a:noFill/>
          <a:ln>
            <a:noFill/>
          </a:ln>
        </p:spPr>
      </p:pic>
      <p:pic>
        <p:nvPicPr>
          <p:cNvPr id="389" name="Google Shape;389;p20"/>
          <p:cNvPicPr preferRelativeResize="0"/>
          <p:nvPr/>
        </p:nvPicPr>
        <p:blipFill rotWithShape="1">
          <a:blip r:embed="rId7">
            <a:alphaModFix/>
          </a:blip>
          <a:srcRect/>
          <a:stretch/>
        </p:blipFill>
        <p:spPr>
          <a:xfrm>
            <a:off x="9039253" y="3189819"/>
            <a:ext cx="2429036" cy="1618356"/>
          </a:xfrm>
          <a:prstGeom prst="rect">
            <a:avLst/>
          </a:prstGeom>
          <a:noFill/>
          <a:ln>
            <a:noFill/>
          </a:ln>
        </p:spPr>
      </p:pic>
      <p:sp>
        <p:nvSpPr>
          <p:cNvPr id="390" name="Google Shape;390;p20"/>
          <p:cNvSpPr txBox="1"/>
          <p:nvPr/>
        </p:nvSpPr>
        <p:spPr>
          <a:xfrm>
            <a:off x="3730678" y="1698466"/>
            <a:ext cx="7618116" cy="707886"/>
          </a:xfrm>
          <a:prstGeom prst="rect">
            <a:avLst/>
          </a:prstGeom>
          <a:solidFill>
            <a:srgbClr val="F7EBD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0" i="0" u="none" strike="noStrike" cap="none">
                <a:solidFill>
                  <a:srgbClr val="FF0000"/>
                </a:solidFill>
                <a:latin typeface="Kanit"/>
                <a:ea typeface="Kanit"/>
                <a:cs typeface="Kanit"/>
                <a:sym typeface="Kanit"/>
              </a:rPr>
              <a:t>Do not use groundwater or canal water because it will cause </a:t>
            </a:r>
            <a:br>
              <a:rPr lang="en-US" sz="2000" b="0" i="0" u="none" strike="noStrike" cap="none">
                <a:solidFill>
                  <a:srgbClr val="FF0000"/>
                </a:solidFill>
                <a:latin typeface="Kanit"/>
                <a:ea typeface="Kanit"/>
                <a:cs typeface="Kanit"/>
                <a:sym typeface="Kanit"/>
              </a:rPr>
            </a:br>
            <a:r>
              <a:rPr lang="en-US" sz="2000" b="0" i="0" u="none" strike="noStrike" cap="none">
                <a:solidFill>
                  <a:srgbClr val="FF0000"/>
                </a:solidFill>
                <a:latin typeface="Kanit"/>
                <a:ea typeface="Kanit"/>
                <a:cs typeface="Kanit"/>
                <a:sym typeface="Kanit"/>
              </a:rPr>
              <a:t>the radiator to have sediment and cause the radiator to clog</a:t>
            </a:r>
            <a:endParaRPr sz="2000">
              <a:solidFill>
                <a:schemeClr val="dk1"/>
              </a:solidFill>
              <a:latin typeface="Arial"/>
              <a:ea typeface="Arial"/>
              <a:cs typeface="Arial"/>
              <a:sym typeface="Arial"/>
            </a:endParaRPr>
          </a:p>
        </p:txBody>
      </p:sp>
      <p:pic>
        <p:nvPicPr>
          <p:cNvPr id="391" name="Google Shape;391;p20"/>
          <p:cNvPicPr preferRelativeResize="0"/>
          <p:nvPr/>
        </p:nvPicPr>
        <p:blipFill rotWithShape="1">
          <a:blip r:embed="rId8">
            <a:alphaModFix/>
          </a:blip>
          <a:srcRect t="8662"/>
          <a:stretch/>
        </p:blipFill>
        <p:spPr>
          <a:xfrm>
            <a:off x="330640" y="3189819"/>
            <a:ext cx="557850" cy="64708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395"/>
        <p:cNvGrpSpPr/>
        <p:nvPr/>
      </p:nvGrpSpPr>
      <p:grpSpPr>
        <a:xfrm>
          <a:off x="0" y="0"/>
          <a:ext cx="0" cy="0"/>
          <a:chOff x="0" y="0"/>
          <a:chExt cx="0" cy="0"/>
        </a:xfrm>
      </p:grpSpPr>
      <p:sp>
        <p:nvSpPr>
          <p:cNvPr id="396" name="Google Shape;396;p21"/>
          <p:cNvSpPr txBox="1"/>
          <p:nvPr/>
        </p:nvSpPr>
        <p:spPr>
          <a:xfrm>
            <a:off x="330640" y="330364"/>
            <a:ext cx="866096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Kanit"/>
              <a:buNone/>
            </a:pPr>
            <a:r>
              <a:rPr lang="en-US" sz="3200" b="0" i="0" u="none" strike="noStrike" cap="none" dirty="0">
                <a:solidFill>
                  <a:srgbClr val="000000"/>
                </a:solidFill>
                <a:latin typeface="Kanit"/>
                <a:ea typeface="Kanit"/>
                <a:cs typeface="Kanit"/>
                <a:sym typeface="Kanit"/>
              </a:rPr>
              <a:t>4. How to check the fan belt</a:t>
            </a:r>
            <a:endParaRPr sz="3200" b="0" i="0" u="none" strike="noStrike" cap="none" dirty="0">
              <a:solidFill>
                <a:srgbClr val="000000"/>
              </a:solidFill>
              <a:latin typeface="Kanit"/>
              <a:ea typeface="Kanit"/>
              <a:cs typeface="Kanit"/>
              <a:sym typeface="Kanit"/>
            </a:endParaRPr>
          </a:p>
        </p:txBody>
      </p:sp>
      <p:sp>
        <p:nvSpPr>
          <p:cNvPr id="397" name="Google Shape;397;p21"/>
          <p:cNvSpPr txBox="1"/>
          <p:nvPr/>
        </p:nvSpPr>
        <p:spPr>
          <a:xfrm>
            <a:off x="330640" y="1932461"/>
            <a:ext cx="10840789"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rgbClr val="000000"/>
                </a:solidFill>
                <a:latin typeface="Kanit"/>
                <a:ea typeface="Kanit"/>
                <a:cs typeface="Kanit"/>
                <a:sym typeface="Kanit"/>
              </a:rPr>
              <a:t>1) Use your finger to press down on the center of the belt. to see the tension of the belt</a:t>
            </a:r>
            <a:endParaRPr dirty="0"/>
          </a:p>
          <a:p>
            <a:pPr marL="0" marR="0" lvl="0" indent="0" algn="l" rtl="0">
              <a:spcBef>
                <a:spcPts val="0"/>
              </a:spcBef>
              <a:spcAft>
                <a:spcPts val="0"/>
              </a:spcAft>
              <a:buNone/>
            </a:pPr>
            <a:r>
              <a:rPr lang="en-US" sz="1800" dirty="0">
                <a:solidFill>
                  <a:srgbClr val="000000"/>
                </a:solidFill>
                <a:latin typeface="Kanit"/>
                <a:ea typeface="Kanit"/>
                <a:cs typeface="Kanit"/>
                <a:sym typeface="Kanit"/>
              </a:rPr>
              <a:t>2) The appropriate tension is 10 mm.-15 mm.</a:t>
            </a:r>
            <a:endParaRPr dirty="0"/>
          </a:p>
          <a:p>
            <a:pPr marL="0" marR="0" lvl="0" indent="0" algn="l" rtl="0">
              <a:spcBef>
                <a:spcPts val="0"/>
              </a:spcBef>
              <a:spcAft>
                <a:spcPts val="0"/>
              </a:spcAft>
              <a:buNone/>
            </a:pPr>
            <a:r>
              <a:rPr lang="en-US" sz="1800" dirty="0">
                <a:solidFill>
                  <a:srgbClr val="000000"/>
                </a:solidFill>
                <a:latin typeface="Kanit"/>
                <a:ea typeface="Kanit"/>
                <a:cs typeface="Kanit"/>
                <a:sym typeface="Kanit"/>
              </a:rPr>
              <a:t>3) If the belt is too tight or slack, please adjust according to 10 mm.-15 mm.</a:t>
            </a:r>
            <a:endParaRPr dirty="0"/>
          </a:p>
        </p:txBody>
      </p:sp>
      <p:grpSp>
        <p:nvGrpSpPr>
          <p:cNvPr id="398" name="Google Shape;398;p21"/>
          <p:cNvGrpSpPr/>
          <p:nvPr/>
        </p:nvGrpSpPr>
        <p:grpSpPr>
          <a:xfrm>
            <a:off x="3041897" y="3998667"/>
            <a:ext cx="6178423" cy="366316"/>
            <a:chOff x="3370165" y="4800598"/>
            <a:chExt cx="7148190" cy="423813"/>
          </a:xfrm>
        </p:grpSpPr>
        <p:sp>
          <p:nvSpPr>
            <p:cNvPr id="399" name="Google Shape;399;p21"/>
            <p:cNvSpPr/>
            <p:nvPr/>
          </p:nvSpPr>
          <p:spPr>
            <a:xfrm>
              <a:off x="3370165" y="4800600"/>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400" name="Google Shape;400;p21"/>
            <p:cNvSpPr/>
            <p:nvPr/>
          </p:nvSpPr>
          <p:spPr>
            <a:xfrm>
              <a:off x="6721533" y="4800599"/>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sp>
          <p:nvSpPr>
            <p:cNvPr id="401" name="Google Shape;401;p21"/>
            <p:cNvSpPr/>
            <p:nvPr/>
          </p:nvSpPr>
          <p:spPr>
            <a:xfrm>
              <a:off x="10057785" y="4800598"/>
              <a:ext cx="460570" cy="423811"/>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grpSp>
      <p:pic>
        <p:nvPicPr>
          <p:cNvPr id="402" name="Google Shape;402;p21"/>
          <p:cNvPicPr preferRelativeResize="0"/>
          <p:nvPr/>
        </p:nvPicPr>
        <p:blipFill rotWithShape="1">
          <a:blip r:embed="rId4">
            <a:alphaModFix/>
          </a:blip>
          <a:srcRect/>
          <a:stretch/>
        </p:blipFill>
        <p:spPr>
          <a:xfrm>
            <a:off x="545135" y="3352076"/>
            <a:ext cx="2429061" cy="1617373"/>
          </a:xfrm>
          <a:prstGeom prst="rect">
            <a:avLst/>
          </a:prstGeom>
          <a:noFill/>
          <a:ln>
            <a:noFill/>
          </a:ln>
        </p:spPr>
      </p:pic>
      <p:pic>
        <p:nvPicPr>
          <p:cNvPr id="403" name="Google Shape;403;p21"/>
          <p:cNvPicPr preferRelativeResize="0"/>
          <p:nvPr/>
        </p:nvPicPr>
        <p:blipFill rotWithShape="1">
          <a:blip r:embed="rId5">
            <a:alphaModFix/>
          </a:blip>
          <a:srcRect/>
          <a:stretch/>
        </p:blipFill>
        <p:spPr>
          <a:xfrm>
            <a:off x="3462254" y="3351679"/>
            <a:ext cx="2428754" cy="1618168"/>
          </a:xfrm>
          <a:prstGeom prst="rect">
            <a:avLst/>
          </a:prstGeom>
          <a:noFill/>
          <a:ln>
            <a:noFill/>
          </a:ln>
        </p:spPr>
      </p:pic>
      <p:pic>
        <p:nvPicPr>
          <p:cNvPr id="404" name="Google Shape;404;p21"/>
          <p:cNvPicPr preferRelativeResize="0"/>
          <p:nvPr/>
        </p:nvPicPr>
        <p:blipFill rotWithShape="1">
          <a:blip r:embed="rId6">
            <a:alphaModFix/>
          </a:blip>
          <a:srcRect/>
          <a:stretch/>
        </p:blipFill>
        <p:spPr>
          <a:xfrm>
            <a:off x="6355386" y="3351896"/>
            <a:ext cx="2425849" cy="1617733"/>
          </a:xfrm>
          <a:prstGeom prst="rect">
            <a:avLst/>
          </a:prstGeom>
          <a:noFill/>
          <a:ln>
            <a:noFill/>
          </a:ln>
        </p:spPr>
      </p:pic>
      <p:pic>
        <p:nvPicPr>
          <p:cNvPr id="405" name="Google Shape;405;p21"/>
          <p:cNvPicPr preferRelativeResize="0"/>
          <p:nvPr/>
        </p:nvPicPr>
        <p:blipFill rotWithShape="1">
          <a:blip r:embed="rId7">
            <a:alphaModFix/>
          </a:blip>
          <a:srcRect/>
          <a:stretch/>
        </p:blipFill>
        <p:spPr>
          <a:xfrm>
            <a:off x="9253840" y="3351396"/>
            <a:ext cx="2428851" cy="1618734"/>
          </a:xfrm>
          <a:prstGeom prst="rect">
            <a:avLst/>
          </a:prstGeom>
          <a:noFill/>
          <a:ln>
            <a:noFill/>
          </a:ln>
        </p:spPr>
      </p:pic>
      <p:sp>
        <p:nvSpPr>
          <p:cNvPr id="406" name="Google Shape;406;p21"/>
          <p:cNvSpPr txBox="1"/>
          <p:nvPr/>
        </p:nvSpPr>
        <p:spPr>
          <a:xfrm>
            <a:off x="330640" y="1436856"/>
            <a:ext cx="352806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0C0"/>
              </a:buClr>
              <a:buSzPts val="2800"/>
              <a:buFont typeface="Kanit"/>
              <a:buNone/>
            </a:pPr>
            <a:r>
              <a:rPr lang="en-US" sz="2800" b="1" i="0" u="none" strike="noStrike" cap="none">
                <a:solidFill>
                  <a:srgbClr val="0070C0"/>
                </a:solidFill>
                <a:latin typeface="Kanit"/>
                <a:ea typeface="Kanit"/>
                <a:cs typeface="Kanit"/>
                <a:sym typeface="Kanit"/>
              </a:rPr>
              <a:t>Process :</a:t>
            </a:r>
            <a:endParaRPr sz="2800" b="1" i="0" u="none" strike="noStrike" cap="none">
              <a:solidFill>
                <a:srgbClr val="0070C0"/>
              </a:solidFill>
              <a:latin typeface="Kanit"/>
              <a:ea typeface="Kanit"/>
              <a:cs typeface="Kanit"/>
              <a:sym typeface="Kani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410"/>
        <p:cNvGrpSpPr/>
        <p:nvPr/>
      </p:nvGrpSpPr>
      <p:grpSpPr>
        <a:xfrm>
          <a:off x="0" y="0"/>
          <a:ext cx="0" cy="0"/>
          <a:chOff x="0" y="0"/>
          <a:chExt cx="0" cy="0"/>
        </a:xfrm>
      </p:grpSpPr>
      <p:sp>
        <p:nvSpPr>
          <p:cNvPr id="411" name="Google Shape;411;p22"/>
          <p:cNvSpPr txBox="1"/>
          <p:nvPr/>
        </p:nvSpPr>
        <p:spPr>
          <a:xfrm>
            <a:off x="340107" y="2562391"/>
            <a:ext cx="10632693"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0" i="0" u="none" strike="noStrike" cap="none">
                <a:solidFill>
                  <a:srgbClr val="000000"/>
                </a:solidFill>
                <a:latin typeface="Kanit"/>
                <a:ea typeface="Kanit"/>
                <a:cs typeface="Kanit"/>
                <a:sym typeface="Kanit"/>
              </a:rPr>
              <a:t>How to start KUBOTA diesel engine correctly</a:t>
            </a:r>
            <a:endParaRPr sz="4000" b="0" i="0" u="none" strike="noStrike" cap="none">
              <a:solidFill>
                <a:srgbClr val="000000"/>
              </a:solidFill>
              <a:latin typeface="Kanit"/>
              <a:ea typeface="Kanit"/>
              <a:cs typeface="Kanit"/>
              <a:sym typeface="Kanit"/>
            </a:endParaRPr>
          </a:p>
        </p:txBody>
      </p:sp>
      <p:pic>
        <p:nvPicPr>
          <p:cNvPr id="412" name="Google Shape;412;p22" descr="A close-up of a machine&#10;&#10;Description automatically generated with low confidence"/>
          <p:cNvPicPr preferRelativeResize="0"/>
          <p:nvPr/>
        </p:nvPicPr>
        <p:blipFill rotWithShape="1">
          <a:blip r:embed="rId4">
            <a:alphaModFix/>
          </a:blip>
          <a:srcRect/>
          <a:stretch/>
        </p:blipFill>
        <p:spPr>
          <a:xfrm>
            <a:off x="4556411" y="3135127"/>
            <a:ext cx="4545386" cy="3788579"/>
          </a:xfrm>
          <a:prstGeom prst="rect">
            <a:avLst/>
          </a:prstGeom>
          <a:noFill/>
          <a:ln>
            <a:noFill/>
          </a:ln>
        </p:spPr>
      </p:pic>
      <p:pic>
        <p:nvPicPr>
          <p:cNvPr id="413" name="Google Shape;413;p22" descr="A picture containing orange, watch&#10;&#10;Description automatically generated"/>
          <p:cNvPicPr preferRelativeResize="0"/>
          <p:nvPr/>
        </p:nvPicPr>
        <p:blipFill rotWithShape="1">
          <a:blip r:embed="rId5">
            <a:alphaModFix/>
          </a:blip>
          <a:srcRect/>
          <a:stretch/>
        </p:blipFill>
        <p:spPr>
          <a:xfrm>
            <a:off x="7923635" y="2846174"/>
            <a:ext cx="3691589" cy="307632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417"/>
        <p:cNvGrpSpPr/>
        <p:nvPr/>
      </p:nvGrpSpPr>
      <p:grpSpPr>
        <a:xfrm>
          <a:off x="0" y="0"/>
          <a:ext cx="0" cy="0"/>
          <a:chOff x="0" y="0"/>
          <a:chExt cx="0" cy="0"/>
        </a:xfrm>
      </p:grpSpPr>
      <p:sp>
        <p:nvSpPr>
          <p:cNvPr id="418" name="Google Shape;418;p23"/>
          <p:cNvSpPr txBox="1"/>
          <p:nvPr/>
        </p:nvSpPr>
        <p:spPr>
          <a:xfrm>
            <a:off x="330639" y="330364"/>
            <a:ext cx="1152753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a:solidFill>
                  <a:srgbClr val="000000"/>
                </a:solidFill>
                <a:latin typeface="Kanit"/>
                <a:ea typeface="Kanit"/>
                <a:cs typeface="Kanit"/>
                <a:sym typeface="Kanit"/>
              </a:rPr>
              <a:t>How to start KUBOTA diesel engine correctly</a:t>
            </a:r>
            <a:endParaRPr sz="3200" b="0" i="0" u="none" strike="noStrike" cap="none">
              <a:solidFill>
                <a:srgbClr val="000000"/>
              </a:solidFill>
              <a:latin typeface="Kanit"/>
              <a:ea typeface="Kanit"/>
              <a:cs typeface="Kanit"/>
              <a:sym typeface="Kanit"/>
            </a:endParaRPr>
          </a:p>
        </p:txBody>
      </p:sp>
      <p:pic>
        <p:nvPicPr>
          <p:cNvPr id="419" name="Google Shape;419;p23" descr="A picture containing text, clipart&#10;&#10;Description automatically generated"/>
          <p:cNvPicPr preferRelativeResize="0"/>
          <p:nvPr/>
        </p:nvPicPr>
        <p:blipFill rotWithShape="1">
          <a:blip r:embed="rId4">
            <a:alphaModFix/>
          </a:blip>
          <a:srcRect/>
          <a:stretch/>
        </p:blipFill>
        <p:spPr>
          <a:xfrm>
            <a:off x="9738549" y="428637"/>
            <a:ext cx="2264766" cy="388228"/>
          </a:xfrm>
          <a:prstGeom prst="rect">
            <a:avLst/>
          </a:prstGeom>
          <a:noFill/>
          <a:ln>
            <a:noFill/>
          </a:ln>
        </p:spPr>
      </p:pic>
      <p:sp>
        <p:nvSpPr>
          <p:cNvPr id="420" name="Google Shape;420;p23"/>
          <p:cNvSpPr txBox="1"/>
          <p:nvPr/>
        </p:nvSpPr>
        <p:spPr>
          <a:xfrm>
            <a:off x="376583" y="1673969"/>
            <a:ext cx="680526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000000"/>
                </a:solidFill>
                <a:latin typeface="Kanit"/>
                <a:ea typeface="Kanit"/>
                <a:cs typeface="Kanit"/>
                <a:sym typeface="Kanit"/>
              </a:rPr>
              <a:t>1) Move the accelerator pedal to the starting position.</a:t>
            </a:r>
            <a:endParaRPr/>
          </a:p>
          <a:p>
            <a:pPr marL="0" marR="0" lvl="0" indent="0" algn="l" rtl="0">
              <a:spcBef>
                <a:spcPts val="0"/>
              </a:spcBef>
              <a:spcAft>
                <a:spcPts val="0"/>
              </a:spcAft>
              <a:buNone/>
            </a:pPr>
            <a:r>
              <a:rPr lang="en-US" sz="1600">
                <a:solidFill>
                  <a:srgbClr val="000000"/>
                </a:solidFill>
                <a:latin typeface="Kanit"/>
                <a:ea typeface="Kanit"/>
                <a:cs typeface="Kanit"/>
                <a:sym typeface="Kanit"/>
              </a:rPr>
              <a:t>2) Attach the hand lever to the engine starter shaft.</a:t>
            </a:r>
            <a:endParaRPr/>
          </a:p>
          <a:p>
            <a:pPr marL="0" marR="0" lvl="0" indent="0" algn="l" rtl="0">
              <a:spcBef>
                <a:spcPts val="0"/>
              </a:spcBef>
              <a:spcAft>
                <a:spcPts val="0"/>
              </a:spcAft>
              <a:buNone/>
            </a:pPr>
            <a:r>
              <a:rPr lang="en-US" sz="1600">
                <a:solidFill>
                  <a:srgbClr val="000000"/>
                </a:solidFill>
                <a:latin typeface="Kanit"/>
                <a:ea typeface="Kanit"/>
                <a:cs typeface="Kanit"/>
                <a:sym typeface="Kanit"/>
              </a:rPr>
              <a:t>3) Spin the hand lever in a clockwise direction</a:t>
            </a:r>
            <a:endParaRPr/>
          </a:p>
          <a:p>
            <a:pPr marL="0" marR="0" lvl="0" indent="0" algn="l" rtl="0">
              <a:spcBef>
                <a:spcPts val="0"/>
              </a:spcBef>
              <a:spcAft>
                <a:spcPts val="0"/>
              </a:spcAft>
              <a:buNone/>
            </a:pPr>
            <a:r>
              <a:rPr lang="en-US" sz="1600">
                <a:solidFill>
                  <a:srgbClr val="000000"/>
                </a:solidFill>
                <a:latin typeface="Kanit"/>
                <a:ea typeface="Kanit"/>
                <a:cs typeface="Kanit"/>
                <a:sym typeface="Kanit"/>
              </a:rPr>
              <a:t>4) If the handle of hand lever is on top, please remove it. </a:t>
            </a:r>
            <a:endParaRPr/>
          </a:p>
          <a:p>
            <a:pPr marL="0" marR="0" lvl="0" indent="0" algn="l" rtl="0">
              <a:spcBef>
                <a:spcPts val="0"/>
              </a:spcBef>
              <a:spcAft>
                <a:spcPts val="0"/>
              </a:spcAft>
              <a:buNone/>
            </a:pPr>
            <a:r>
              <a:rPr lang="en-US" sz="1600">
                <a:solidFill>
                  <a:srgbClr val="000000"/>
                </a:solidFill>
                <a:latin typeface="Kanit"/>
                <a:ea typeface="Kanit"/>
                <a:cs typeface="Kanit"/>
                <a:sym typeface="Kanit"/>
              </a:rPr>
              <a:t>5) Put the hand lever on the starter shaft by allowing the handle</a:t>
            </a:r>
            <a:br>
              <a:rPr lang="en-US" sz="1600">
                <a:solidFill>
                  <a:srgbClr val="000000"/>
                </a:solidFill>
                <a:latin typeface="Kanit"/>
                <a:ea typeface="Kanit"/>
                <a:cs typeface="Kanit"/>
                <a:sym typeface="Kanit"/>
              </a:rPr>
            </a:br>
            <a:r>
              <a:rPr lang="en-US" sz="1600">
                <a:solidFill>
                  <a:srgbClr val="000000"/>
                </a:solidFill>
                <a:latin typeface="Kanit"/>
                <a:ea typeface="Kanit"/>
                <a:cs typeface="Kanit"/>
                <a:sym typeface="Kanit"/>
              </a:rPr>
              <a:t>    at the bottom</a:t>
            </a:r>
            <a:endParaRPr/>
          </a:p>
          <a:p>
            <a:pPr marL="0" marR="0" lvl="0" indent="0" algn="l" rtl="0">
              <a:spcBef>
                <a:spcPts val="0"/>
              </a:spcBef>
              <a:spcAft>
                <a:spcPts val="0"/>
              </a:spcAft>
              <a:buNone/>
            </a:pPr>
            <a:r>
              <a:rPr lang="en-US" sz="1600">
                <a:solidFill>
                  <a:srgbClr val="000000"/>
                </a:solidFill>
                <a:latin typeface="Kanit"/>
                <a:ea typeface="Kanit"/>
                <a:cs typeface="Kanit"/>
                <a:sym typeface="Kanit"/>
              </a:rPr>
              <a:t>6) Lift the valve lever and spin the engine hand lever 3-5 laps</a:t>
            </a:r>
            <a:endParaRPr/>
          </a:p>
          <a:p>
            <a:pPr marL="0" marR="0" lvl="0" indent="0" algn="l" rtl="0">
              <a:spcBef>
                <a:spcPts val="0"/>
              </a:spcBef>
              <a:spcAft>
                <a:spcPts val="0"/>
              </a:spcAft>
              <a:buNone/>
            </a:pPr>
            <a:r>
              <a:rPr lang="en-US" sz="1600">
                <a:solidFill>
                  <a:srgbClr val="000000"/>
                </a:solidFill>
                <a:latin typeface="Kanit"/>
                <a:ea typeface="Kanit"/>
                <a:cs typeface="Kanit"/>
                <a:sym typeface="Kanit"/>
              </a:rPr>
              <a:t>7) Release the valve lever and continue spinning the engine hand lever.</a:t>
            </a:r>
            <a:endParaRPr/>
          </a:p>
        </p:txBody>
      </p:sp>
      <p:sp>
        <p:nvSpPr>
          <p:cNvPr id="421" name="Google Shape;421;p23"/>
          <p:cNvSpPr txBox="1"/>
          <p:nvPr/>
        </p:nvSpPr>
        <p:spPr>
          <a:xfrm>
            <a:off x="528361" y="4760333"/>
            <a:ext cx="6037271"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Kanit"/>
                <a:ea typeface="Kanit"/>
                <a:cs typeface="Kanit"/>
                <a:sym typeface="Kanit"/>
              </a:rPr>
              <a:t>- Hold the hand lever tightly after your engine is started to protect the engine hand lever swing out causing danger. The  engine hand lever will be free and come off by itself.</a:t>
            </a:r>
            <a:endParaRPr/>
          </a:p>
          <a:p>
            <a:pPr marL="0" marR="0" lvl="0" indent="0" algn="l" rtl="0">
              <a:spcBef>
                <a:spcPts val="0"/>
              </a:spcBef>
              <a:spcAft>
                <a:spcPts val="0"/>
              </a:spcAft>
              <a:buNone/>
            </a:pPr>
            <a:r>
              <a:rPr lang="en-US" sz="1200">
                <a:solidFill>
                  <a:srgbClr val="000000"/>
                </a:solidFill>
                <a:latin typeface="Kanit"/>
                <a:ea typeface="Kanit"/>
                <a:cs typeface="Kanit"/>
                <a:sym typeface="Kanit"/>
              </a:rPr>
              <a:t>- Do not release the valve lever and stop spinning the hand lever because it will cause the engine to kick back (smoke will be released at the air filter) the engine will spin in opposite way.</a:t>
            </a:r>
            <a:endParaRPr/>
          </a:p>
          <a:p>
            <a:pPr marL="0" marR="0" lvl="0" indent="0" algn="l" rtl="0">
              <a:spcBef>
                <a:spcPts val="0"/>
              </a:spcBef>
              <a:spcAft>
                <a:spcPts val="0"/>
              </a:spcAft>
              <a:buNone/>
            </a:pPr>
            <a:r>
              <a:rPr lang="en-US" sz="1200">
                <a:solidFill>
                  <a:srgbClr val="000000"/>
                </a:solidFill>
                <a:latin typeface="Kanit"/>
                <a:ea typeface="Kanit"/>
                <a:cs typeface="Kanit"/>
                <a:sym typeface="Kanit"/>
              </a:rPr>
              <a:t>- if the engine kick back, remove the filter to check. If there is soot, clean the air filter or if the filter is damaged, replace the filter with a new one.</a:t>
            </a:r>
            <a:endParaRPr/>
          </a:p>
        </p:txBody>
      </p:sp>
      <p:sp>
        <p:nvSpPr>
          <p:cNvPr id="422" name="Google Shape;422;p23"/>
          <p:cNvSpPr/>
          <p:nvPr/>
        </p:nvSpPr>
        <p:spPr>
          <a:xfrm>
            <a:off x="352596" y="4600408"/>
            <a:ext cx="6317811" cy="1836128"/>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lt1"/>
              </a:solidFill>
              <a:latin typeface="Arial"/>
              <a:ea typeface="Arial"/>
              <a:cs typeface="Arial"/>
              <a:sym typeface="Arial"/>
            </a:endParaRPr>
          </a:p>
        </p:txBody>
      </p:sp>
      <p:pic>
        <p:nvPicPr>
          <p:cNvPr id="423" name="Google Shape;423;p23"/>
          <p:cNvPicPr preferRelativeResize="0"/>
          <p:nvPr/>
        </p:nvPicPr>
        <p:blipFill rotWithShape="1">
          <a:blip r:embed="rId5">
            <a:alphaModFix/>
          </a:blip>
          <a:srcRect/>
          <a:stretch/>
        </p:blipFill>
        <p:spPr>
          <a:xfrm>
            <a:off x="556049" y="4089996"/>
            <a:ext cx="709892" cy="704939"/>
          </a:xfrm>
          <a:prstGeom prst="rect">
            <a:avLst/>
          </a:prstGeom>
          <a:noFill/>
          <a:ln>
            <a:noFill/>
          </a:ln>
        </p:spPr>
      </p:pic>
      <p:sp>
        <p:nvSpPr>
          <p:cNvPr id="424" name="Google Shape;424;p23"/>
          <p:cNvSpPr txBox="1"/>
          <p:nvPr/>
        </p:nvSpPr>
        <p:spPr>
          <a:xfrm>
            <a:off x="1265941" y="4173345"/>
            <a:ext cx="146884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0000"/>
                </a:solidFill>
                <a:latin typeface="Kanit"/>
                <a:ea typeface="Kanit"/>
                <a:cs typeface="Kanit"/>
                <a:sym typeface="Kanit"/>
              </a:rPr>
              <a:t>Caution</a:t>
            </a:r>
            <a:endParaRPr sz="2400">
              <a:solidFill>
                <a:srgbClr val="000000"/>
              </a:solidFill>
              <a:latin typeface="Kanit"/>
              <a:ea typeface="Kanit"/>
              <a:cs typeface="Kanit"/>
              <a:sym typeface="Kanit"/>
            </a:endParaRPr>
          </a:p>
        </p:txBody>
      </p:sp>
      <p:pic>
        <p:nvPicPr>
          <p:cNvPr id="425" name="Google Shape;425;p23"/>
          <p:cNvPicPr preferRelativeResize="0"/>
          <p:nvPr/>
        </p:nvPicPr>
        <p:blipFill rotWithShape="1">
          <a:blip r:embed="rId6">
            <a:alphaModFix/>
          </a:blip>
          <a:srcRect/>
          <a:stretch/>
        </p:blipFill>
        <p:spPr>
          <a:xfrm>
            <a:off x="7088303" y="1305663"/>
            <a:ext cx="2254439" cy="1502414"/>
          </a:xfrm>
          <a:prstGeom prst="rect">
            <a:avLst/>
          </a:prstGeom>
          <a:noFill/>
          <a:ln>
            <a:noFill/>
          </a:ln>
        </p:spPr>
      </p:pic>
      <p:pic>
        <p:nvPicPr>
          <p:cNvPr id="426" name="Google Shape;426;p23"/>
          <p:cNvPicPr preferRelativeResize="0"/>
          <p:nvPr/>
        </p:nvPicPr>
        <p:blipFill rotWithShape="1">
          <a:blip r:embed="rId7">
            <a:alphaModFix/>
          </a:blip>
          <a:srcRect/>
          <a:stretch/>
        </p:blipFill>
        <p:spPr>
          <a:xfrm>
            <a:off x="9677108" y="1305663"/>
            <a:ext cx="2253621" cy="1502414"/>
          </a:xfrm>
          <a:prstGeom prst="rect">
            <a:avLst/>
          </a:prstGeom>
          <a:noFill/>
          <a:ln>
            <a:noFill/>
          </a:ln>
        </p:spPr>
      </p:pic>
      <p:sp>
        <p:nvSpPr>
          <p:cNvPr id="427" name="Google Shape;427;p23"/>
          <p:cNvSpPr/>
          <p:nvPr/>
        </p:nvSpPr>
        <p:spPr>
          <a:xfrm>
            <a:off x="9342333" y="1873713"/>
            <a:ext cx="362053" cy="366314"/>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Arial"/>
              <a:buNone/>
            </a:pPr>
            <a:endParaRPr sz="2800" b="0" i="0" u="none" strike="noStrike" cap="none">
              <a:solidFill>
                <a:srgbClr val="FFFFFF"/>
              </a:solidFill>
              <a:latin typeface="Arial"/>
              <a:ea typeface="Arial"/>
              <a:cs typeface="Arial"/>
              <a:sym typeface="Arial"/>
            </a:endParaRPr>
          </a:p>
        </p:txBody>
      </p:sp>
      <p:pic>
        <p:nvPicPr>
          <p:cNvPr id="428" name="Google Shape;428;p23"/>
          <p:cNvPicPr preferRelativeResize="0"/>
          <p:nvPr/>
        </p:nvPicPr>
        <p:blipFill rotWithShape="1">
          <a:blip r:embed="rId8">
            <a:alphaModFix/>
          </a:blip>
          <a:srcRect/>
          <a:stretch/>
        </p:blipFill>
        <p:spPr>
          <a:xfrm>
            <a:off x="7088303" y="2955461"/>
            <a:ext cx="2253621" cy="1502414"/>
          </a:xfrm>
          <a:prstGeom prst="rect">
            <a:avLst/>
          </a:prstGeom>
          <a:noFill/>
          <a:ln>
            <a:noFill/>
          </a:ln>
        </p:spPr>
      </p:pic>
      <p:pic>
        <p:nvPicPr>
          <p:cNvPr id="429" name="Google Shape;429;p23"/>
          <p:cNvPicPr preferRelativeResize="0"/>
          <p:nvPr/>
        </p:nvPicPr>
        <p:blipFill rotWithShape="1">
          <a:blip r:embed="rId9">
            <a:alphaModFix/>
          </a:blip>
          <a:srcRect/>
          <a:stretch/>
        </p:blipFill>
        <p:spPr>
          <a:xfrm>
            <a:off x="9676699" y="2955730"/>
            <a:ext cx="2254439" cy="1501875"/>
          </a:xfrm>
          <a:prstGeom prst="rect">
            <a:avLst/>
          </a:prstGeom>
          <a:noFill/>
          <a:ln>
            <a:noFill/>
          </a:ln>
        </p:spPr>
      </p:pic>
      <p:sp>
        <p:nvSpPr>
          <p:cNvPr id="430" name="Google Shape;430;p23"/>
          <p:cNvSpPr/>
          <p:nvPr/>
        </p:nvSpPr>
        <p:spPr>
          <a:xfrm>
            <a:off x="9342333" y="3529132"/>
            <a:ext cx="362053" cy="366314"/>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Arial"/>
              <a:buNone/>
            </a:pPr>
            <a:endParaRPr sz="2800" b="0" i="0" u="none" strike="noStrike" cap="none">
              <a:solidFill>
                <a:srgbClr val="FFFFFF"/>
              </a:solidFill>
              <a:latin typeface="Arial"/>
              <a:ea typeface="Arial"/>
              <a:cs typeface="Arial"/>
              <a:sym typeface="Arial"/>
            </a:endParaRPr>
          </a:p>
        </p:txBody>
      </p:sp>
      <p:pic>
        <p:nvPicPr>
          <p:cNvPr id="431" name="Google Shape;431;p23"/>
          <p:cNvPicPr preferRelativeResize="0"/>
          <p:nvPr/>
        </p:nvPicPr>
        <p:blipFill rotWithShape="1">
          <a:blip r:embed="rId10">
            <a:alphaModFix/>
          </a:blip>
          <a:srcRect/>
          <a:stretch/>
        </p:blipFill>
        <p:spPr>
          <a:xfrm>
            <a:off x="7088303" y="4565529"/>
            <a:ext cx="2253621" cy="1502414"/>
          </a:xfrm>
          <a:prstGeom prst="rect">
            <a:avLst/>
          </a:prstGeom>
          <a:noFill/>
          <a:ln>
            <a:noFill/>
          </a:ln>
        </p:spPr>
      </p:pic>
      <p:pic>
        <p:nvPicPr>
          <p:cNvPr id="432" name="Google Shape;432;p23"/>
          <p:cNvPicPr preferRelativeResize="0"/>
          <p:nvPr/>
        </p:nvPicPr>
        <p:blipFill rotWithShape="1">
          <a:blip r:embed="rId11">
            <a:alphaModFix/>
          </a:blip>
          <a:srcRect/>
          <a:stretch/>
        </p:blipFill>
        <p:spPr>
          <a:xfrm>
            <a:off x="9678499" y="4565529"/>
            <a:ext cx="2250838" cy="1502414"/>
          </a:xfrm>
          <a:prstGeom prst="rect">
            <a:avLst/>
          </a:prstGeom>
          <a:noFill/>
          <a:ln>
            <a:noFill/>
          </a:ln>
        </p:spPr>
      </p:pic>
      <p:sp>
        <p:nvSpPr>
          <p:cNvPr id="433" name="Google Shape;433;p23"/>
          <p:cNvSpPr/>
          <p:nvPr/>
        </p:nvSpPr>
        <p:spPr>
          <a:xfrm>
            <a:off x="9342333" y="5139200"/>
            <a:ext cx="362053" cy="366314"/>
          </a:xfrm>
          <a:prstGeom prst="rightArrow">
            <a:avLst>
              <a:gd name="adj1" fmla="val 50000"/>
              <a:gd name="adj2" fmla="val 50000"/>
            </a:avLst>
          </a:prstGeom>
          <a:solidFill>
            <a:srgbClr val="FFC00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Arial"/>
              <a:buNone/>
            </a:pPr>
            <a:endParaRPr sz="2800" b="0" i="0" u="none" strike="noStrike" cap="none">
              <a:solidFill>
                <a:srgbClr val="FFFFFF"/>
              </a:solidFill>
              <a:latin typeface="Arial"/>
              <a:ea typeface="Arial"/>
              <a:cs typeface="Arial"/>
              <a:sym typeface="Arial"/>
            </a:endParaRPr>
          </a:p>
        </p:txBody>
      </p:sp>
      <p:sp>
        <p:nvSpPr>
          <p:cNvPr id="434" name="Google Shape;434;p23"/>
          <p:cNvSpPr/>
          <p:nvPr/>
        </p:nvSpPr>
        <p:spPr>
          <a:xfrm flipH="1">
            <a:off x="10312105" y="3848268"/>
            <a:ext cx="613954" cy="295335"/>
          </a:xfrm>
          <a:prstGeom prst="curvedUpArrow">
            <a:avLst>
              <a:gd name="adj1" fmla="val 25000"/>
              <a:gd name="adj2" fmla="val 50000"/>
              <a:gd name="adj3" fmla="val 25000"/>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dk1"/>
              </a:solidFill>
              <a:latin typeface="Arial"/>
              <a:ea typeface="Arial"/>
              <a:cs typeface="Arial"/>
              <a:sym typeface="Arial"/>
            </a:endParaRPr>
          </a:p>
        </p:txBody>
      </p:sp>
      <p:sp>
        <p:nvSpPr>
          <p:cNvPr id="435" name="Google Shape;435;p23"/>
          <p:cNvSpPr/>
          <p:nvPr/>
        </p:nvSpPr>
        <p:spPr>
          <a:xfrm rot="10800000" flipH="1">
            <a:off x="10357157" y="3512231"/>
            <a:ext cx="613954" cy="295335"/>
          </a:xfrm>
          <a:prstGeom prst="curvedUpArrow">
            <a:avLst>
              <a:gd name="adj1" fmla="val 25000"/>
              <a:gd name="adj2" fmla="val 50000"/>
              <a:gd name="adj3" fmla="val 25000"/>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chemeClr val="dk1"/>
              </a:solidFill>
              <a:latin typeface="Arial"/>
              <a:ea typeface="Arial"/>
              <a:cs typeface="Arial"/>
              <a:sym typeface="Arial"/>
            </a:endParaRPr>
          </a:p>
        </p:txBody>
      </p:sp>
      <p:sp>
        <p:nvSpPr>
          <p:cNvPr id="436" name="Google Shape;436;p23"/>
          <p:cNvSpPr/>
          <p:nvPr/>
        </p:nvSpPr>
        <p:spPr>
          <a:xfrm>
            <a:off x="7162800" y="1320045"/>
            <a:ext cx="354223" cy="354223"/>
          </a:xfrm>
          <a:prstGeom prst="ellipse">
            <a:avLst/>
          </a:prstGeom>
          <a:solidFill>
            <a:schemeClr val="accent2"/>
          </a:solidFill>
          <a:ln w="25400" cap="flat" cmpd="sng">
            <a:solidFill>
              <a:srgbClr val="9D742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Arial"/>
                <a:ea typeface="Arial"/>
                <a:cs typeface="Arial"/>
                <a:sym typeface="Arial"/>
              </a:rPr>
              <a:t>1</a:t>
            </a:r>
            <a:endParaRPr sz="1600">
              <a:solidFill>
                <a:schemeClr val="lt1"/>
              </a:solidFill>
              <a:latin typeface="Arial"/>
              <a:ea typeface="Arial"/>
              <a:cs typeface="Arial"/>
              <a:sym typeface="Arial"/>
            </a:endParaRPr>
          </a:p>
        </p:txBody>
      </p:sp>
      <p:sp>
        <p:nvSpPr>
          <p:cNvPr id="437" name="Google Shape;437;p23"/>
          <p:cNvSpPr/>
          <p:nvPr/>
        </p:nvSpPr>
        <p:spPr>
          <a:xfrm>
            <a:off x="9752937" y="1301779"/>
            <a:ext cx="354223" cy="354223"/>
          </a:xfrm>
          <a:prstGeom prst="ellipse">
            <a:avLst/>
          </a:prstGeom>
          <a:solidFill>
            <a:schemeClr val="accent2"/>
          </a:solidFill>
          <a:ln w="25400" cap="flat" cmpd="sng">
            <a:solidFill>
              <a:srgbClr val="9D742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Arial"/>
                <a:ea typeface="Arial"/>
                <a:cs typeface="Arial"/>
                <a:sym typeface="Arial"/>
              </a:rPr>
              <a:t>2</a:t>
            </a:r>
            <a:endParaRPr sz="1600">
              <a:solidFill>
                <a:schemeClr val="lt1"/>
              </a:solidFill>
              <a:latin typeface="Arial"/>
              <a:ea typeface="Arial"/>
              <a:cs typeface="Arial"/>
              <a:sym typeface="Arial"/>
            </a:endParaRPr>
          </a:p>
        </p:txBody>
      </p:sp>
      <p:sp>
        <p:nvSpPr>
          <p:cNvPr id="438" name="Google Shape;438;p23"/>
          <p:cNvSpPr/>
          <p:nvPr/>
        </p:nvSpPr>
        <p:spPr>
          <a:xfrm>
            <a:off x="7163593" y="2991493"/>
            <a:ext cx="354223" cy="354223"/>
          </a:xfrm>
          <a:prstGeom prst="ellipse">
            <a:avLst/>
          </a:prstGeom>
          <a:solidFill>
            <a:schemeClr val="accent2"/>
          </a:solidFill>
          <a:ln w="25400" cap="flat" cmpd="sng">
            <a:solidFill>
              <a:srgbClr val="9D742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Arial"/>
                <a:ea typeface="Arial"/>
                <a:cs typeface="Arial"/>
                <a:sym typeface="Arial"/>
              </a:rPr>
              <a:t>3</a:t>
            </a:r>
            <a:endParaRPr sz="1600">
              <a:solidFill>
                <a:schemeClr val="lt1"/>
              </a:solidFill>
              <a:latin typeface="Arial"/>
              <a:ea typeface="Arial"/>
              <a:cs typeface="Arial"/>
              <a:sym typeface="Arial"/>
            </a:endParaRPr>
          </a:p>
        </p:txBody>
      </p:sp>
      <p:sp>
        <p:nvSpPr>
          <p:cNvPr id="439" name="Google Shape;439;p23"/>
          <p:cNvSpPr/>
          <p:nvPr/>
        </p:nvSpPr>
        <p:spPr>
          <a:xfrm>
            <a:off x="9704386" y="3022843"/>
            <a:ext cx="354223" cy="354223"/>
          </a:xfrm>
          <a:prstGeom prst="ellipse">
            <a:avLst/>
          </a:prstGeom>
          <a:solidFill>
            <a:schemeClr val="accent2"/>
          </a:solidFill>
          <a:ln w="25400" cap="flat" cmpd="sng">
            <a:solidFill>
              <a:srgbClr val="9D742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Arial"/>
                <a:ea typeface="Arial"/>
                <a:cs typeface="Arial"/>
                <a:sym typeface="Arial"/>
              </a:rPr>
              <a:t>4</a:t>
            </a:r>
            <a:endParaRPr sz="1600">
              <a:solidFill>
                <a:schemeClr val="lt1"/>
              </a:solidFill>
              <a:latin typeface="Arial"/>
              <a:ea typeface="Arial"/>
              <a:cs typeface="Arial"/>
              <a:sym typeface="Arial"/>
            </a:endParaRPr>
          </a:p>
        </p:txBody>
      </p:sp>
      <p:sp>
        <p:nvSpPr>
          <p:cNvPr id="440" name="Google Shape;440;p23"/>
          <p:cNvSpPr/>
          <p:nvPr/>
        </p:nvSpPr>
        <p:spPr>
          <a:xfrm>
            <a:off x="7162800" y="4600408"/>
            <a:ext cx="354223" cy="354223"/>
          </a:xfrm>
          <a:prstGeom prst="ellipse">
            <a:avLst/>
          </a:prstGeom>
          <a:solidFill>
            <a:schemeClr val="accent2"/>
          </a:solidFill>
          <a:ln w="25400" cap="flat" cmpd="sng">
            <a:solidFill>
              <a:srgbClr val="9D742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Arial"/>
                <a:ea typeface="Arial"/>
                <a:cs typeface="Arial"/>
                <a:sym typeface="Arial"/>
              </a:rPr>
              <a:t>5</a:t>
            </a:r>
            <a:endParaRPr sz="1600">
              <a:solidFill>
                <a:schemeClr val="lt1"/>
              </a:solidFill>
              <a:latin typeface="Arial"/>
              <a:ea typeface="Arial"/>
              <a:cs typeface="Arial"/>
              <a:sym typeface="Arial"/>
            </a:endParaRPr>
          </a:p>
        </p:txBody>
      </p:sp>
      <p:sp>
        <p:nvSpPr>
          <p:cNvPr id="441" name="Google Shape;441;p23"/>
          <p:cNvSpPr/>
          <p:nvPr/>
        </p:nvSpPr>
        <p:spPr>
          <a:xfrm>
            <a:off x="9723040" y="4590035"/>
            <a:ext cx="354223" cy="354223"/>
          </a:xfrm>
          <a:prstGeom prst="ellipse">
            <a:avLst/>
          </a:prstGeom>
          <a:solidFill>
            <a:schemeClr val="accent2"/>
          </a:solidFill>
          <a:ln w="25400" cap="flat" cmpd="sng">
            <a:solidFill>
              <a:srgbClr val="9D742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Arial"/>
                <a:ea typeface="Arial"/>
                <a:cs typeface="Arial"/>
                <a:sym typeface="Arial"/>
              </a:rPr>
              <a:t>6</a:t>
            </a:r>
            <a:endParaRPr sz="1600">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Juliet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TotalTime>
  <Words>692</Words>
  <Application>Microsoft Office PowerPoint</Application>
  <PresentationFormat>Widescreen</PresentationFormat>
  <Paragraphs>61</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Montserrat ExtraBold</vt:lpstr>
      <vt:lpstr>Kanit</vt:lpstr>
      <vt:lpstr>Calibri</vt:lpstr>
      <vt:lpstr>Montserrat Light</vt:lpstr>
      <vt:lpstr>Arial</vt:lpstr>
      <vt:lpstr>Juliet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Thanawat Jedsadapattanakiat</dc:creator>
  <cp:lastModifiedBy>Nuanphan Ngamkitwanit (Ngamkitwanit Nuanphan)</cp:lastModifiedBy>
  <cp:revision>3</cp:revision>
  <dcterms:created xsi:type="dcterms:W3CDTF">2022-02-15T03:21:56Z</dcterms:created>
  <dcterms:modified xsi:type="dcterms:W3CDTF">2026-08-13T06:51:51Z</dcterms:modified>
</cp:coreProperties>
</file>