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6"/>
  </p:notesMasterIdLst>
  <p:sldIdLst>
    <p:sldId id="292" r:id="rId2"/>
    <p:sldId id="293" r:id="rId3"/>
    <p:sldId id="295" r:id="rId4"/>
    <p:sldId id="294" r:id="rId5"/>
  </p:sldIdLst>
  <p:sldSz cx="12192000" cy="6858000"/>
  <p:notesSz cx="6858000" cy="9144000"/>
  <p:embeddedFontLst>
    <p:embeddedFont>
      <p:font typeface="Kanit" pitchFamily="2" charset="-34"/>
      <p:regular r:id="rId7"/>
      <p:bold r:id="rId8"/>
      <p:italic r:id="rId9"/>
      <p:boldItalic r:id="rId10"/>
    </p:embeddedFont>
    <p:embeddedFont>
      <p:font typeface="Montserrat ExtraBold" panose="00000900000000000000" pitchFamily="2" charset="0"/>
      <p:bold r:id="rId11"/>
      <p:boldItalic r:id="rId12"/>
    </p:embeddedFont>
    <p:embeddedFont>
      <p:font typeface="Montserrat Light" panose="00000400000000000000" pitchFamily="2" charset="0"/>
      <p:regular r:id="rId13"/>
      <p:italic r:id="rId14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542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29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9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05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6.jp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6" y="1933741"/>
            <a:ext cx="993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The steps for assembling </a:t>
            </a:r>
            <a:br>
              <a:rPr lang="en-US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</a:br>
            <a:r>
              <a:rPr lang="en-US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TRA CHANG power tiller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2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How to assemble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672C1-0526-47D7-B6E5-3D70A685A71B}"/>
              </a:ext>
            </a:extLst>
          </p:cNvPr>
          <p:cNvSpPr txBox="1"/>
          <p:nvPr/>
        </p:nvSpPr>
        <p:spPr>
          <a:xfrm>
            <a:off x="180798" y="3443400"/>
            <a:ext cx="3695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Kanit" pitchFamily="2" charset="-34"/>
                <a:cs typeface="Kanit" pitchFamily="2" charset="-34"/>
              </a:rPr>
              <a:t>Assemble the hitch</a:t>
            </a:r>
            <a:endParaRPr lang="th-TH" sz="1400" dirty="0">
              <a:latin typeface="Kanit" pitchFamily="2" charset="-34"/>
              <a:cs typeface="Kanit" pitchFamily="2" charset="-34"/>
            </a:endParaRPr>
          </a:p>
          <a:p>
            <a:pPr algn="ctr"/>
            <a:r>
              <a:rPr lang="th-TH" sz="1400" dirty="0">
                <a:latin typeface="Kanit" pitchFamily="2" charset="-34"/>
                <a:cs typeface="Kanit" pitchFamily="2" charset="-34"/>
              </a:rPr>
              <a:t>(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Hitch must on the left side of power tiller</a:t>
            </a:r>
            <a:r>
              <a:rPr lang="th-TH" sz="1400" dirty="0">
                <a:latin typeface="Kanit" pitchFamily="2" charset="-34"/>
                <a:cs typeface="Kanit" pitchFamily="2" charset="-34"/>
              </a:rPr>
              <a:t>)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2145BA-68BA-4580-90B6-B374857A305D}"/>
              </a:ext>
            </a:extLst>
          </p:cNvPr>
          <p:cNvSpPr/>
          <p:nvPr/>
        </p:nvSpPr>
        <p:spPr>
          <a:xfrm>
            <a:off x="1735187" y="1194775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48928-7C5B-443C-8D4A-D7E000C3F579}"/>
              </a:ext>
            </a:extLst>
          </p:cNvPr>
          <p:cNvSpPr txBox="1"/>
          <p:nvPr/>
        </p:nvSpPr>
        <p:spPr>
          <a:xfrm>
            <a:off x="3876673" y="3443400"/>
            <a:ext cx="3486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Kanit" pitchFamily="2" charset="-34"/>
                <a:cs typeface="Kanit" pitchFamily="2" charset="-34"/>
              </a:rPr>
              <a:t>Assemble the frame front</a:t>
            </a:r>
            <a:endParaRPr lang="th-TH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F5131B-5403-484B-A099-ED405BACC304}"/>
              </a:ext>
            </a:extLst>
          </p:cNvPr>
          <p:cNvSpPr/>
          <p:nvPr/>
        </p:nvSpPr>
        <p:spPr>
          <a:xfrm>
            <a:off x="5431062" y="1206153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2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9DB04-B54B-4A20-A03D-A23EE21BA123}"/>
              </a:ext>
            </a:extLst>
          </p:cNvPr>
          <p:cNvSpPr txBox="1"/>
          <p:nvPr/>
        </p:nvSpPr>
        <p:spPr>
          <a:xfrm>
            <a:off x="180798" y="6240791"/>
            <a:ext cx="3486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Kanit" pitchFamily="2" charset="-34"/>
                <a:cs typeface="Kanit" pitchFamily="2" charset="-34"/>
              </a:rPr>
              <a:t>Assemble the cage wheels</a:t>
            </a:r>
            <a:endParaRPr lang="th-TH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6DF2F7-A474-46DA-A503-647A326A21E5}"/>
              </a:ext>
            </a:extLst>
          </p:cNvPr>
          <p:cNvSpPr/>
          <p:nvPr/>
        </p:nvSpPr>
        <p:spPr>
          <a:xfrm>
            <a:off x="1698901" y="3930267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3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7F645-06D8-4296-924A-0D611CE5412E}"/>
              </a:ext>
            </a:extLst>
          </p:cNvPr>
          <p:cNvSpPr txBox="1"/>
          <p:nvPr/>
        </p:nvSpPr>
        <p:spPr>
          <a:xfrm>
            <a:off x="3666948" y="6224664"/>
            <a:ext cx="426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Kanit" pitchFamily="2" charset="-34"/>
                <a:cs typeface="Kanit" pitchFamily="2" charset="-34"/>
              </a:rPr>
              <a:t>Assemble the wheel to the wheel axle.</a:t>
            </a:r>
            <a:endParaRPr lang="th-TH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12F0D4-A3FA-46EA-92E5-2A7D85D38F12}"/>
              </a:ext>
            </a:extLst>
          </p:cNvPr>
          <p:cNvSpPr/>
          <p:nvPr/>
        </p:nvSpPr>
        <p:spPr>
          <a:xfrm>
            <a:off x="5431062" y="3934487"/>
            <a:ext cx="377371" cy="3773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4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BDC5D-1D93-43AC-822F-23180E62D410}"/>
              </a:ext>
            </a:extLst>
          </p:cNvPr>
          <p:cNvSpPr txBox="1"/>
          <p:nvPr/>
        </p:nvSpPr>
        <p:spPr>
          <a:xfrm>
            <a:off x="7459682" y="5215602"/>
            <a:ext cx="426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Kanit" pitchFamily="2" charset="-34"/>
                <a:cs typeface="Kanit" pitchFamily="2" charset="-34"/>
              </a:rPr>
              <a:t>Correct wheel assembly, The wheel blades must point to back of power tiller.</a:t>
            </a:r>
            <a:endParaRPr lang="th-TH" sz="14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27" name="Picture 26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87E733C3-49F3-4FC9-BAE7-3F440E8AD62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954" y="2323457"/>
            <a:ext cx="3890585" cy="27000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86" y="1645450"/>
            <a:ext cx="2620599" cy="17461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47" y="1645898"/>
            <a:ext cx="2620599" cy="174529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47" y="4417726"/>
            <a:ext cx="2620599" cy="17452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72" y="4417314"/>
            <a:ext cx="2620599" cy="17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0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5" y="1933741"/>
            <a:ext cx="97713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The steps for assembling KUBOTA diesel engine with TRA CHANG power tiller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6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4867F645-06D8-4296-924A-0D611CE5412E}"/>
              </a:ext>
            </a:extLst>
          </p:cNvPr>
          <p:cNvSpPr txBox="1"/>
          <p:nvPr/>
        </p:nvSpPr>
        <p:spPr>
          <a:xfrm>
            <a:off x="120251" y="6077030"/>
            <a:ext cx="29266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Pull the engine to the front.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Keep the belt tight and tighten the nut.</a:t>
            </a:r>
            <a:endParaRPr kumimoji="0" lang="th-T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672C1-0526-47D7-B6E5-3D70A685A71B}"/>
              </a:ext>
            </a:extLst>
          </p:cNvPr>
          <p:cNvSpPr txBox="1"/>
          <p:nvPr/>
        </p:nvSpPr>
        <p:spPr>
          <a:xfrm>
            <a:off x="9348" y="3267901"/>
            <a:ext cx="3259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Remove the engine from the stand.</a:t>
            </a:r>
            <a:endParaRPr kumimoji="0" lang="th-T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2145BA-68BA-4580-90B6-B374857A305D}"/>
              </a:ext>
            </a:extLst>
          </p:cNvPr>
          <p:cNvSpPr/>
          <p:nvPr/>
        </p:nvSpPr>
        <p:spPr>
          <a:xfrm>
            <a:off x="1462618" y="1099525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48928-7C5B-443C-8D4A-D7E000C3F579}"/>
              </a:ext>
            </a:extLst>
          </p:cNvPr>
          <p:cNvSpPr txBox="1"/>
          <p:nvPr/>
        </p:nvSpPr>
        <p:spPr>
          <a:xfrm>
            <a:off x="3162010" y="3200108"/>
            <a:ext cx="29195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Assemble the engine to the chassis of the power tiller and tighten the engine nut</a:t>
            </a:r>
            <a:endParaRPr kumimoji="0" lang="th-T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F5131B-5403-484B-A099-ED405BACC304}"/>
              </a:ext>
            </a:extLst>
          </p:cNvPr>
          <p:cNvSpPr/>
          <p:nvPr/>
        </p:nvSpPr>
        <p:spPr>
          <a:xfrm>
            <a:off x="4454983" y="1110154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2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6DF2F7-A474-46DA-A503-647A326A21E5}"/>
              </a:ext>
            </a:extLst>
          </p:cNvPr>
          <p:cNvSpPr/>
          <p:nvPr/>
        </p:nvSpPr>
        <p:spPr>
          <a:xfrm>
            <a:off x="10332932" y="1130349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4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12F0D4-A3FA-46EA-92E5-2A7D85D38F12}"/>
              </a:ext>
            </a:extLst>
          </p:cNvPr>
          <p:cNvSpPr/>
          <p:nvPr/>
        </p:nvSpPr>
        <p:spPr>
          <a:xfrm>
            <a:off x="1462618" y="3936111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5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297D9EB-3075-406B-81CB-5A75728BE650}"/>
              </a:ext>
            </a:extLst>
          </p:cNvPr>
          <p:cNvSpPr/>
          <p:nvPr/>
        </p:nvSpPr>
        <p:spPr>
          <a:xfrm>
            <a:off x="7402015" y="1127618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3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4C214A-851A-485B-855E-1821165B9BC2}"/>
              </a:ext>
            </a:extLst>
          </p:cNvPr>
          <p:cNvSpPr txBox="1"/>
          <p:nvPr/>
        </p:nvSpPr>
        <p:spPr>
          <a:xfrm>
            <a:off x="5921222" y="3259860"/>
            <a:ext cx="3259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Attach the pulley to the flywheel.</a:t>
            </a:r>
            <a:endParaRPr lang="th-TH" sz="1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D2D892-C2CE-4D4C-AF43-B67856BD2C70}"/>
              </a:ext>
            </a:extLst>
          </p:cNvPr>
          <p:cNvSpPr txBox="1"/>
          <p:nvPr/>
        </p:nvSpPr>
        <p:spPr>
          <a:xfrm>
            <a:off x="8904923" y="3266115"/>
            <a:ext cx="31945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cs typeface="Kanit" pitchFamily="2" charset="-34"/>
              </a:defRPr>
            </a:lvl1pPr>
          </a:lstStyle>
          <a:p>
            <a:r>
              <a:rPr lang="en-US" dirty="0"/>
              <a:t>Attach the belt to the pulley on the power tiller and the engine.</a:t>
            </a:r>
            <a:endParaRPr lang="th-TH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702DE2-21C4-42CE-A9D3-0532F090679D}"/>
              </a:ext>
            </a:extLst>
          </p:cNvPr>
          <p:cNvSpPr txBox="1"/>
          <p:nvPr/>
        </p:nvSpPr>
        <p:spPr>
          <a:xfrm>
            <a:off x="2976048" y="6061345"/>
            <a:ext cx="33330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Adjust the tension of the belt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about 22-28 mm by tightening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or loosen the nut.</a:t>
            </a:r>
            <a:endParaRPr lang="th-TH" sz="1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471EFB2-05C7-43E9-A301-90B924230B81}"/>
              </a:ext>
            </a:extLst>
          </p:cNvPr>
          <p:cNvSpPr/>
          <p:nvPr/>
        </p:nvSpPr>
        <p:spPr>
          <a:xfrm>
            <a:off x="4429991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6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12854D-1D0A-4EA8-91C6-C9AF3C131F7D}"/>
              </a:ext>
            </a:extLst>
          </p:cNvPr>
          <p:cNvSpPr txBox="1"/>
          <p:nvPr/>
        </p:nvSpPr>
        <p:spPr>
          <a:xfrm>
            <a:off x="5905321" y="6061345"/>
            <a:ext cx="31945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Loosen 2 nuts at accelerator allowing the accelerator lever to work independently. Then tighten again.</a:t>
            </a:r>
            <a:endParaRPr lang="th-TH" sz="1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F067EC-AEE3-459A-9989-FAA58CB9BA38}"/>
              </a:ext>
            </a:extLst>
          </p:cNvPr>
          <p:cNvSpPr/>
          <p:nvPr/>
        </p:nvSpPr>
        <p:spPr>
          <a:xfrm>
            <a:off x="7359264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FF"/>
                </a:solidFill>
                <a:latin typeface="Kanit" pitchFamily="2" charset="-34"/>
                <a:cs typeface="Kanit" pitchFamily="2" charset="-34"/>
              </a:rPr>
              <a:t>7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8E5763-B889-4AB9-8F94-45656443ACD6}"/>
              </a:ext>
            </a:extLst>
          </p:cNvPr>
          <p:cNvSpPr txBox="1"/>
          <p:nvPr/>
        </p:nvSpPr>
        <p:spPr>
          <a:xfrm>
            <a:off x="8894367" y="6061345"/>
            <a:ext cx="3333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Attach the accelerator cable to the accelerator lever and tighten the nut</a:t>
            </a:r>
            <a:endParaRPr lang="th-TH" sz="1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5D4EB9C-B4A0-4E4B-BD79-8CE4BA7894BB}"/>
              </a:ext>
            </a:extLst>
          </p:cNvPr>
          <p:cNvSpPr/>
          <p:nvPr/>
        </p:nvSpPr>
        <p:spPr>
          <a:xfrm>
            <a:off x="10348310" y="3920426"/>
            <a:ext cx="352822" cy="3525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8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73" y="1486882"/>
            <a:ext cx="2617763" cy="174618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122" y="1486882"/>
            <a:ext cx="2619282" cy="174618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54" y="1486882"/>
            <a:ext cx="2617794" cy="17461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360" y="1486882"/>
            <a:ext cx="2617708" cy="17461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421" y="4305553"/>
            <a:ext cx="2620599" cy="174618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03" y="4305651"/>
            <a:ext cx="2620599" cy="174598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63" y="4306439"/>
            <a:ext cx="2620599" cy="174441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2" y="4305550"/>
            <a:ext cx="2617953" cy="17461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521395-9655-43B6-A914-6B008544537E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How to assemble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25715191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188</Words>
  <Application>Microsoft Office PowerPoint</Application>
  <PresentationFormat>Widescreen</PresentationFormat>
  <Paragraphs>33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Montserrat ExtraBold</vt:lpstr>
      <vt:lpstr>Kanit</vt:lpstr>
      <vt:lpstr>Calibri</vt:lpstr>
      <vt:lpstr>Arial</vt:lpstr>
      <vt:lpstr>Montserrat Light</vt:lpstr>
      <vt:lpstr>Juliet template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71</cp:revision>
  <dcterms:created xsi:type="dcterms:W3CDTF">2022-02-15T03:21:56Z</dcterms:created>
  <dcterms:modified xsi:type="dcterms:W3CDTF">2026-08-13T07:30:56Z</dcterms:modified>
</cp:coreProperties>
</file>