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6"/>
  </p:notesMasterIdLst>
  <p:sldIdLst>
    <p:sldId id="292" r:id="rId2"/>
    <p:sldId id="293" r:id="rId3"/>
    <p:sldId id="295" r:id="rId4"/>
    <p:sldId id="294" r:id="rId5"/>
  </p:sldIdLst>
  <p:sldSz cx="12192000" cy="6858000"/>
  <p:notesSz cx="6858000" cy="9144000"/>
  <p:embeddedFontLst>
    <p:embeddedFont>
      <p:font typeface="Kanit" pitchFamily="2" charset="-34"/>
      <p:regular r:id="rId7"/>
      <p:bold r:id="rId8"/>
      <p:italic r:id="rId9"/>
      <p:boldItalic r:id="rId10"/>
    </p:embeddedFont>
    <p:embeddedFont>
      <p:font typeface="Montserrat ExtraBold" panose="00000900000000000000" pitchFamily="2" charset="0"/>
      <p:bold r:id="rId11"/>
      <p:boldItalic r:id="rId12"/>
    </p:embeddedFont>
    <p:embeddedFont>
      <p:font typeface="Montserrat Light" panose="00000400000000000000" pitchFamily="2" charset="0"/>
      <p:regular r:id="rId13"/>
      <p:italic r:id="rId14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9" autoAdjust="0"/>
    <p:restoredTop sz="94660"/>
  </p:normalViewPr>
  <p:slideViewPr>
    <p:cSldViewPr snapToGrid="0">
      <p:cViewPr varScale="1">
        <p:scale>
          <a:sx n="62" d="100"/>
          <a:sy n="6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941A6-C192-48FC-8212-4338DEE8A003}" type="datetimeFigureOut">
              <a:rPr lang="th-TH" smtClean="0"/>
              <a:t>13/08/69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4A2A-9876-4D84-95C2-038AD347E47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5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8542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296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93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05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4"/>
            <a:ext cx="12192000" cy="68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69400" y="1630935"/>
            <a:ext cx="6053200" cy="35960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61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5125767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582165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3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78D8"/>
            </a:gs>
            <a:gs pos="100000">
              <a:srgbClr val="00FFFF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25767" y="1073768"/>
            <a:ext cx="6456800" cy="4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683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72864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jp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7.jpg"/><Relationship Id="rId7" Type="http://schemas.openxmlformats.org/officeDocument/2006/relationships/image" Target="../media/image15.jpeg"/><Relationship Id="rId12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4.png"/><Relationship Id="rId9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519326" y="1933741"/>
            <a:ext cx="7498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การประกอบรถไถเดินตาม</a:t>
            </a:r>
            <a:endParaRPr kumimoji="0" lang="th-TH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8A127-DBC4-430B-80A6-0DBFDCFDF10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5806087" y="1882247"/>
            <a:ext cx="3124553" cy="810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D9E60C-F754-44C6-9EA2-18ECF6D7D06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31" y="3429000"/>
            <a:ext cx="3762216" cy="2786826"/>
          </a:xfrm>
          <a:prstGeom prst="rect">
            <a:avLst/>
          </a:prstGeom>
        </p:spPr>
      </p:pic>
      <p:pic>
        <p:nvPicPr>
          <p:cNvPr id="5" name="Picture 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A434E8CE-A122-4A24-A6EE-C04CCE1CAA9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801" y="3775082"/>
            <a:ext cx="4015605" cy="27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2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การประกอบรถไถเดินตาม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4533723" y="217314"/>
            <a:ext cx="3124553" cy="8108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8672C1-0526-47D7-B6E5-3D70A685A71B}"/>
              </a:ext>
            </a:extLst>
          </p:cNvPr>
          <p:cNvSpPr txBox="1"/>
          <p:nvPr/>
        </p:nvSpPr>
        <p:spPr>
          <a:xfrm>
            <a:off x="180798" y="3443400"/>
            <a:ext cx="3486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ประกอบชุดซองผาน ขันน๊อตยึดให้แน่น</a:t>
            </a:r>
          </a:p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(ชุดต่อซองผานจะต้องอยู่ด้านซ้ายของตัวรถ)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2145BA-68BA-4580-90B6-B374857A305D}"/>
              </a:ext>
            </a:extLst>
          </p:cNvPr>
          <p:cNvSpPr/>
          <p:nvPr/>
        </p:nvSpPr>
        <p:spPr>
          <a:xfrm>
            <a:off x="1735187" y="1194775"/>
            <a:ext cx="377371" cy="3773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1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F48928-7C5B-443C-8D4A-D7E000C3F579}"/>
              </a:ext>
            </a:extLst>
          </p:cNvPr>
          <p:cNvSpPr txBox="1"/>
          <p:nvPr/>
        </p:nvSpPr>
        <p:spPr>
          <a:xfrm>
            <a:off x="3876673" y="3443400"/>
            <a:ext cx="3486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ประกอบชุด</a:t>
            </a:r>
            <a:r>
              <a:rPr lang="en-US" sz="1400" dirty="0">
                <a:latin typeface="Kanit" pitchFamily="2" charset="-34"/>
                <a:cs typeface="Kanit" pitchFamily="2" charset="-34"/>
              </a:rPr>
              <a:t>Frame Front</a:t>
            </a:r>
            <a:r>
              <a:rPr lang="th-TH" sz="1400" dirty="0">
                <a:latin typeface="Kanit" pitchFamily="2" charset="-34"/>
                <a:cs typeface="Kanit" pitchFamily="2" charset="-34"/>
              </a:rPr>
              <a:t> ขันน๊อตยึดให้แน่น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F5131B-5403-484B-A099-ED405BACC304}"/>
              </a:ext>
            </a:extLst>
          </p:cNvPr>
          <p:cNvSpPr/>
          <p:nvPr/>
        </p:nvSpPr>
        <p:spPr>
          <a:xfrm>
            <a:off x="5431062" y="1206153"/>
            <a:ext cx="377371" cy="3773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2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B9DB04-B54B-4A20-A03D-A23EE21BA123}"/>
              </a:ext>
            </a:extLst>
          </p:cNvPr>
          <p:cNvSpPr txBox="1"/>
          <p:nvPr/>
        </p:nvSpPr>
        <p:spPr>
          <a:xfrm>
            <a:off x="180798" y="6240791"/>
            <a:ext cx="3486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ประกอบชุดประกับล้อเข้ากับล้อทั้ง 2 ข้าง</a:t>
            </a:r>
          </a:p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ขันน๊อตยึดให้แน่น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6DF2F7-A474-46DA-A503-647A326A21E5}"/>
              </a:ext>
            </a:extLst>
          </p:cNvPr>
          <p:cNvSpPr/>
          <p:nvPr/>
        </p:nvSpPr>
        <p:spPr>
          <a:xfrm>
            <a:off x="1698901" y="3930267"/>
            <a:ext cx="377371" cy="3773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3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67F645-06D8-4296-924A-0D611CE5412E}"/>
              </a:ext>
            </a:extLst>
          </p:cNvPr>
          <p:cNvSpPr txBox="1"/>
          <p:nvPr/>
        </p:nvSpPr>
        <p:spPr>
          <a:xfrm>
            <a:off x="3666948" y="6224664"/>
            <a:ext cx="426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ประกอบชุดล้อเข้ากับเพลาล้อ</a:t>
            </a:r>
          </a:p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ขันน๊อตยึดให้แน่น โดยให้ระยะห่างของประกับล้อเท่ากัน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12F0D4-A3FA-46EA-92E5-2A7D85D38F12}"/>
              </a:ext>
            </a:extLst>
          </p:cNvPr>
          <p:cNvSpPr/>
          <p:nvPr/>
        </p:nvSpPr>
        <p:spPr>
          <a:xfrm>
            <a:off x="5431062" y="3934487"/>
            <a:ext cx="377371" cy="3773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4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2BDC5D-1D93-43AC-822F-23180E62D410}"/>
              </a:ext>
            </a:extLst>
          </p:cNvPr>
          <p:cNvSpPr txBox="1"/>
          <p:nvPr/>
        </p:nvSpPr>
        <p:spPr>
          <a:xfrm>
            <a:off x="7459682" y="5215602"/>
            <a:ext cx="426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การประกอบล้อที่ถูกต้อง ใบล้อต้องชี้ไปด้านหลังตัวรถ</a:t>
            </a:r>
          </a:p>
        </p:txBody>
      </p:sp>
      <p:pic>
        <p:nvPicPr>
          <p:cNvPr id="27" name="Picture 26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87E733C3-49F3-4FC9-BAE7-3F440E8AD62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954" y="2323457"/>
            <a:ext cx="3890585" cy="27000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86" y="1645450"/>
            <a:ext cx="2620599" cy="17461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447" y="1645898"/>
            <a:ext cx="2620599" cy="174529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447" y="4417726"/>
            <a:ext cx="2620599" cy="17452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72" y="4417314"/>
            <a:ext cx="2620599" cy="17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03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519326" y="1933741"/>
            <a:ext cx="7498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การประกอบเครื่องยนต์ดีเซลคูโบต้า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เข้ากับรถไถเดินตาม</a:t>
            </a:r>
            <a:endParaRPr kumimoji="0" lang="th-TH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8A127-DBC4-430B-80A6-0DBFDCFDF10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4623478" y="2465357"/>
            <a:ext cx="3124553" cy="810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D9E60C-F754-44C6-9EA2-18ECF6D7D06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31" y="3429000"/>
            <a:ext cx="3762216" cy="2786826"/>
          </a:xfrm>
          <a:prstGeom prst="rect">
            <a:avLst/>
          </a:prstGeom>
        </p:spPr>
      </p:pic>
      <p:pic>
        <p:nvPicPr>
          <p:cNvPr id="5" name="Picture 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A434E8CE-A122-4A24-A6EE-C04CCE1CAA9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801" y="3775082"/>
            <a:ext cx="4015605" cy="27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6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11347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ประกอบเครื่องยนต์ดีเซลคูโบต้าเข้ากับรถไถเดินตาม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8780217" y="166990"/>
            <a:ext cx="2901122" cy="75288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867F645-06D8-4296-924A-0D611CE5412E}"/>
              </a:ext>
            </a:extLst>
          </p:cNvPr>
          <p:cNvSpPr txBox="1"/>
          <p:nvPr/>
        </p:nvSpPr>
        <p:spPr>
          <a:xfrm>
            <a:off x="-10375" y="6077030"/>
            <a:ext cx="3333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ดึงเครื่องยนต์มาด้านหน้า ให้สานพานตึง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และขันน๊อตยึดเครื่องยนต์ให้แน่น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8672C1-0526-47D7-B6E5-3D70A685A71B}"/>
              </a:ext>
            </a:extLst>
          </p:cNvPr>
          <p:cNvSpPr txBox="1"/>
          <p:nvPr/>
        </p:nvSpPr>
        <p:spPr>
          <a:xfrm>
            <a:off x="9348" y="3267901"/>
            <a:ext cx="3259363" cy="287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ถอดน๊อตฐานรองแทนเครื่องออก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2145BA-68BA-4580-90B6-B374857A305D}"/>
              </a:ext>
            </a:extLst>
          </p:cNvPr>
          <p:cNvSpPr/>
          <p:nvPr/>
        </p:nvSpPr>
        <p:spPr>
          <a:xfrm>
            <a:off x="1462618" y="1099525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F48928-7C5B-443C-8D4A-D7E000C3F579}"/>
              </a:ext>
            </a:extLst>
          </p:cNvPr>
          <p:cNvSpPr txBox="1"/>
          <p:nvPr/>
        </p:nvSpPr>
        <p:spPr>
          <a:xfrm>
            <a:off x="3162010" y="3200108"/>
            <a:ext cx="29195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ประกอบเครื่องยนต์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เข้ากับรถไถเดินตาม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และขันน๊อตยึดเครื่องยนต์ไว้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F5131B-5403-484B-A099-ED405BACC304}"/>
              </a:ext>
            </a:extLst>
          </p:cNvPr>
          <p:cNvSpPr/>
          <p:nvPr/>
        </p:nvSpPr>
        <p:spPr>
          <a:xfrm>
            <a:off x="4454983" y="1110154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2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6DF2F7-A474-46DA-A503-647A326A21E5}"/>
              </a:ext>
            </a:extLst>
          </p:cNvPr>
          <p:cNvSpPr/>
          <p:nvPr/>
        </p:nvSpPr>
        <p:spPr>
          <a:xfrm>
            <a:off x="10332932" y="1130349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Kanit" pitchFamily="2" charset="-34"/>
                <a:cs typeface="Kanit" pitchFamily="2" charset="-34"/>
              </a:rPr>
              <a:t>4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12F0D4-A3FA-46EA-92E5-2A7D85D38F12}"/>
              </a:ext>
            </a:extLst>
          </p:cNvPr>
          <p:cNvSpPr/>
          <p:nvPr/>
        </p:nvSpPr>
        <p:spPr>
          <a:xfrm>
            <a:off x="1462618" y="3936111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Kanit" pitchFamily="2" charset="-34"/>
                <a:cs typeface="Kanit" pitchFamily="2" charset="-34"/>
              </a:rPr>
              <a:t>5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297D9EB-3075-406B-81CB-5A75728BE650}"/>
              </a:ext>
            </a:extLst>
          </p:cNvPr>
          <p:cNvSpPr/>
          <p:nvPr/>
        </p:nvSpPr>
        <p:spPr>
          <a:xfrm>
            <a:off x="7402015" y="1127618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Kanit" pitchFamily="2" charset="-34"/>
                <a:cs typeface="Kanit" pitchFamily="2" charset="-34"/>
              </a:rPr>
              <a:t>3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4C214A-851A-485B-855E-1821165B9BC2}"/>
              </a:ext>
            </a:extLst>
          </p:cNvPr>
          <p:cNvSpPr txBox="1"/>
          <p:nvPr/>
        </p:nvSpPr>
        <p:spPr>
          <a:xfrm>
            <a:off x="5921222" y="3259860"/>
            <a:ext cx="3259363" cy="48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ประกอบพู่เล่ย์เข้ากับล้อช่วยแรง</a:t>
            </a:r>
          </a:p>
          <a:p>
            <a:pPr algn="ctr"/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ขอบพู่เลย์ต้องลงร่องล้อช่วยแรงทั้ง 3 จุด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D2D892-C2CE-4D4C-AF43-B67856BD2C70}"/>
              </a:ext>
            </a:extLst>
          </p:cNvPr>
          <p:cNvSpPr txBox="1"/>
          <p:nvPr/>
        </p:nvSpPr>
        <p:spPr>
          <a:xfrm>
            <a:off x="8904923" y="3266115"/>
            <a:ext cx="31945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cs typeface="Kanit" pitchFamily="2" charset="-34"/>
              </a:defRPr>
            </a:lvl1pPr>
          </a:lstStyle>
          <a:p>
            <a:r>
              <a:rPr lang="th-TH" dirty="0"/>
              <a:t>ใส่สายพานเข้ากับพู่เล่ย์ที่รถไถเดินตาม</a:t>
            </a:r>
          </a:p>
          <a:p>
            <a:r>
              <a:rPr lang="th-TH" dirty="0"/>
              <a:t>และพู่เล่ย์เครื่องยนต์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702DE2-21C4-42CE-A9D3-0532F090679D}"/>
              </a:ext>
            </a:extLst>
          </p:cNvPr>
          <p:cNvSpPr txBox="1"/>
          <p:nvPr/>
        </p:nvSpPr>
        <p:spPr>
          <a:xfrm>
            <a:off x="2976048" y="6061345"/>
            <a:ext cx="3333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ปรับตั้งระยะฟรีของสายพาน </a:t>
            </a:r>
          </a:p>
          <a:p>
            <a:pPr algn="ctr"/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ประมาณ 22-28 </a:t>
            </a:r>
            <a:r>
              <a:rPr lang="en-US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mm. </a:t>
            </a:r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โดยขันน๊อตหางปลา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471EFB2-05C7-43E9-A301-90B924230B81}"/>
              </a:ext>
            </a:extLst>
          </p:cNvPr>
          <p:cNvSpPr/>
          <p:nvPr/>
        </p:nvSpPr>
        <p:spPr>
          <a:xfrm>
            <a:off x="4429991" y="3920426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6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12854D-1D0A-4EA8-91C6-C9AF3C131F7D}"/>
              </a:ext>
            </a:extLst>
          </p:cNvPr>
          <p:cNvSpPr txBox="1"/>
          <p:nvPr/>
        </p:nvSpPr>
        <p:spPr>
          <a:xfrm>
            <a:off x="5905321" y="6061345"/>
            <a:ext cx="33330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คลายน๊อตล๊อกคันเร่งออกทั้ง 2 ตัวออก </a:t>
            </a:r>
          </a:p>
          <a:p>
            <a:pPr algn="ctr"/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ให้คันเร่งสามารถทำงานได้อิสระ </a:t>
            </a:r>
          </a:p>
          <a:p>
            <a:pPr algn="ctr"/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และล๊อตน๊อตทั้ง 2 ตัวให้แน่น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F067EC-AEE3-459A-9989-FAA58CB9BA38}"/>
              </a:ext>
            </a:extLst>
          </p:cNvPr>
          <p:cNvSpPr/>
          <p:nvPr/>
        </p:nvSpPr>
        <p:spPr>
          <a:xfrm>
            <a:off x="7359264" y="3920426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Kanit" pitchFamily="2" charset="-34"/>
                <a:cs typeface="Kanit" pitchFamily="2" charset="-34"/>
              </a:rPr>
              <a:t>7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8E5763-B889-4AB9-8F94-45656443ACD6}"/>
              </a:ext>
            </a:extLst>
          </p:cNvPr>
          <p:cNvSpPr txBox="1"/>
          <p:nvPr/>
        </p:nvSpPr>
        <p:spPr>
          <a:xfrm>
            <a:off x="8894367" y="6061345"/>
            <a:ext cx="3333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ใส่สายคันเร่งเข้ากับคันเร่งตามะยะ</a:t>
            </a:r>
          </a:p>
          <a:p>
            <a:pPr algn="ctr"/>
            <a:r>
              <a:rPr lang="th-TH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ที่เหมาะสม แล้วยึดน๊อตให้แน่น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5D4EB9C-B4A0-4E4B-BD79-8CE4BA7894BB}"/>
              </a:ext>
            </a:extLst>
          </p:cNvPr>
          <p:cNvSpPr/>
          <p:nvPr/>
        </p:nvSpPr>
        <p:spPr>
          <a:xfrm>
            <a:off x="10348310" y="3920426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8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73" y="1486882"/>
            <a:ext cx="2617763" cy="174618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122" y="1486882"/>
            <a:ext cx="2619282" cy="174618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954" y="1486882"/>
            <a:ext cx="2617794" cy="174618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360" y="1486882"/>
            <a:ext cx="2617708" cy="174618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421" y="4305553"/>
            <a:ext cx="2620599" cy="174618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03" y="4305651"/>
            <a:ext cx="2620599" cy="174598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463" y="4306439"/>
            <a:ext cx="2620599" cy="174441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2" y="4305550"/>
            <a:ext cx="2617953" cy="174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15191"/>
      </p:ext>
    </p:extLst>
  </p:cSld>
  <p:clrMapOvr>
    <a:masterClrMapping/>
  </p:clrMapOvr>
</p:sld>
</file>

<file path=ppt/theme/theme1.xml><?xml version="1.0" encoding="utf-8"?>
<a:theme xmlns:a="http://schemas.openxmlformats.org/drawingml/2006/main" name="Julie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234</Words>
  <Application>Microsoft Office PowerPoint</Application>
  <PresentationFormat>Widescreen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Montserrat Light</vt:lpstr>
      <vt:lpstr>Montserrat ExtraBold</vt:lpstr>
      <vt:lpstr>Kanit</vt:lpstr>
      <vt:lpstr>Calibri</vt:lpstr>
      <vt:lpstr>Arial</vt:lpstr>
      <vt:lpstr>Juliet template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Thanawat Jedsadapattanakiat</dc:creator>
  <cp:lastModifiedBy>Nuanphan Ngamkitwanit (Ngamkitwanit Nuanphan)</cp:lastModifiedBy>
  <cp:revision>71</cp:revision>
  <dcterms:created xsi:type="dcterms:W3CDTF">2022-02-15T03:21:56Z</dcterms:created>
  <dcterms:modified xsi:type="dcterms:W3CDTF">2026-08-13T07:29:48Z</dcterms:modified>
</cp:coreProperties>
</file>